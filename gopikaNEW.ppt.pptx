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107657-2711-0C07-42CF-85E569285F6B}" v="1042" dt="2024-08-31T15:07:37.3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p:scale>
          <a:sx n="81" d="100"/>
          <a:sy n="81" d="100"/>
        </p:scale>
        <p:origin x="-96" y="-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sh INDIA" userId="c9e5f4954fc3552c" providerId="Windows Live" clId="Web-{36107657-2711-0C07-42CF-85E569285F6B}"/>
    <pc:docChg chg="addSld delSld modSld addMainMaster delMainMaster">
      <pc:chgData name="Harish INDIA" userId="c9e5f4954fc3552c" providerId="Windows Live" clId="Web-{36107657-2711-0C07-42CF-85E569285F6B}" dt="2024-08-31T15:07:37.336" v="1012" actId="14100"/>
      <pc:docMkLst>
        <pc:docMk/>
      </pc:docMkLst>
      <pc:sldChg chg="addSp delSp modSp mod modTransition setBg modClrScheme setClrOvrMap delDesignElem chgLayout">
        <pc:chgData name="Harish INDIA" userId="c9e5f4954fc3552c" providerId="Windows Live" clId="Web-{36107657-2711-0C07-42CF-85E569285F6B}" dt="2024-08-31T14:48:45.182" v="964"/>
        <pc:sldMkLst>
          <pc:docMk/>
          <pc:sldMk cId="109857222" sldId="256"/>
        </pc:sldMkLst>
        <pc:spChg chg="mod ord">
          <ac:chgData name="Harish INDIA" userId="c9e5f4954fc3552c" providerId="Windows Live" clId="Web-{36107657-2711-0C07-42CF-85E569285F6B}" dt="2024-08-31T14:48:45.182" v="964"/>
          <ac:spMkLst>
            <pc:docMk/>
            <pc:sldMk cId="109857222" sldId="256"/>
            <ac:spMk id="2" creationId="{00000000-0000-0000-0000-000000000000}"/>
          </ac:spMkLst>
        </pc:spChg>
        <pc:spChg chg="mod ord">
          <ac:chgData name="Harish INDIA" userId="c9e5f4954fc3552c" providerId="Windows Live" clId="Web-{36107657-2711-0C07-42CF-85E569285F6B}" dt="2024-08-31T14:48:45.182" v="964"/>
          <ac:spMkLst>
            <pc:docMk/>
            <pc:sldMk cId="109857222" sldId="256"/>
            <ac:spMk id="3" creationId="{00000000-0000-0000-0000-000000000000}"/>
          </ac:spMkLst>
        </pc:spChg>
        <pc:spChg chg="add del mod">
          <ac:chgData name="Harish INDIA" userId="c9e5f4954fc3552c" providerId="Windows Live" clId="Web-{36107657-2711-0C07-42CF-85E569285F6B}" dt="2024-08-31T13:12:48.745" v="274"/>
          <ac:spMkLst>
            <pc:docMk/>
            <pc:sldMk cId="109857222" sldId="256"/>
            <ac:spMk id="6" creationId="{1F3F2992-E024-99CC-32D7-D24B3B983377}"/>
          </ac:spMkLst>
        </pc:spChg>
        <pc:spChg chg="add del">
          <ac:chgData name="Harish INDIA" userId="c9e5f4954fc3552c" providerId="Windows Live" clId="Web-{36107657-2711-0C07-42CF-85E569285F6B}" dt="2024-08-31T13:11:26.789" v="264"/>
          <ac:spMkLst>
            <pc:docMk/>
            <pc:sldMk cId="109857222" sldId="256"/>
            <ac:spMk id="9" creationId="{042E603F-28B7-4831-BF23-65FBAB13D5FB}"/>
          </ac:spMkLst>
        </pc:spChg>
        <pc:spChg chg="add del">
          <ac:chgData name="Harish INDIA" userId="c9e5f4954fc3552c" providerId="Windows Live" clId="Web-{36107657-2711-0C07-42CF-85E569285F6B}" dt="2024-08-31T13:11:26.789" v="264"/>
          <ac:spMkLst>
            <pc:docMk/>
            <pc:sldMk cId="109857222" sldId="256"/>
            <ac:spMk id="11" creationId="{4D39700F-2B10-4402-A7DD-06EE2245880D}"/>
          </ac:spMkLst>
        </pc:spChg>
        <pc:spChg chg="add del">
          <ac:chgData name="Harish INDIA" userId="c9e5f4954fc3552c" providerId="Windows Live" clId="Web-{36107657-2711-0C07-42CF-85E569285F6B}" dt="2024-08-31T13:11:26.789" v="264"/>
          <ac:spMkLst>
            <pc:docMk/>
            <pc:sldMk cId="109857222" sldId="256"/>
            <ac:spMk id="13" creationId="{B937640E-EF7A-4A6C-A950-D12B7D5C923E}"/>
          </ac:spMkLst>
        </pc:spChg>
        <pc:spChg chg="add del">
          <ac:chgData name="Harish INDIA" userId="c9e5f4954fc3552c" providerId="Windows Live" clId="Web-{36107657-2711-0C07-42CF-85E569285F6B}" dt="2024-08-31T13:11:26.789" v="264"/>
          <ac:spMkLst>
            <pc:docMk/>
            <pc:sldMk cId="109857222" sldId="256"/>
            <ac:spMk id="15" creationId="{76ADA084-C86B-4F3C-8077-6A8999CC4632}"/>
          </ac:spMkLst>
        </pc:spChg>
        <pc:spChg chg="add del">
          <ac:chgData name="Harish INDIA" userId="c9e5f4954fc3552c" providerId="Windows Live" clId="Web-{36107657-2711-0C07-42CF-85E569285F6B}" dt="2024-08-31T13:12:01.322" v="266"/>
          <ac:spMkLst>
            <pc:docMk/>
            <pc:sldMk cId="109857222" sldId="256"/>
            <ac:spMk id="17" creationId="{7A875D55-4A80-43E9-38F6-27E3664939B0}"/>
          </ac:spMkLst>
        </pc:spChg>
        <pc:spChg chg="add del">
          <ac:chgData name="Harish INDIA" userId="c9e5f4954fc3552c" providerId="Windows Live" clId="Web-{36107657-2711-0C07-42CF-85E569285F6B}" dt="2024-08-31T13:12:01.322" v="266"/>
          <ac:spMkLst>
            <pc:docMk/>
            <pc:sldMk cId="109857222" sldId="256"/>
            <ac:spMk id="18" creationId="{3D572980-FB84-8C29-1FAC-FAC5ECE29A39}"/>
          </ac:spMkLst>
        </pc:spChg>
        <pc:spChg chg="add del">
          <ac:chgData name="Harish INDIA" userId="c9e5f4954fc3552c" providerId="Windows Live" clId="Web-{36107657-2711-0C07-42CF-85E569285F6B}" dt="2024-08-31T13:13:19.683" v="276"/>
          <ac:spMkLst>
            <pc:docMk/>
            <pc:sldMk cId="109857222" sldId="256"/>
            <ac:spMk id="21" creationId="{72411438-92A5-42B0-9C54-EA4FB32ACB5E}"/>
          </ac:spMkLst>
        </pc:spChg>
        <pc:spChg chg="add del">
          <ac:chgData name="Harish INDIA" userId="c9e5f4954fc3552c" providerId="Windows Live" clId="Web-{36107657-2711-0C07-42CF-85E569285F6B}" dt="2024-08-31T13:13:19.683" v="276"/>
          <ac:spMkLst>
            <pc:docMk/>
            <pc:sldMk cId="109857222" sldId="256"/>
            <ac:spMk id="22" creationId="{10C9A191-62EE-4A86-8FF9-6794BC3C58A7}"/>
          </ac:spMkLst>
        </pc:spChg>
        <pc:spChg chg="add del">
          <ac:chgData name="Harish INDIA" userId="c9e5f4954fc3552c" providerId="Windows Live" clId="Web-{36107657-2711-0C07-42CF-85E569285F6B}" dt="2024-08-31T13:13:19.683" v="276"/>
          <ac:spMkLst>
            <pc:docMk/>
            <pc:sldMk cId="109857222" sldId="256"/>
            <ac:spMk id="24" creationId="{6222F81D-28CB-42CB-9961-602C33F65295}"/>
          </ac:spMkLst>
        </pc:spChg>
        <pc:spChg chg="add del">
          <ac:chgData name="Harish INDIA" userId="c9e5f4954fc3552c" providerId="Windows Live" clId="Web-{36107657-2711-0C07-42CF-85E569285F6B}" dt="2024-08-31T13:13:19.683" v="276"/>
          <ac:spMkLst>
            <pc:docMk/>
            <pc:sldMk cId="109857222" sldId="256"/>
            <ac:spMk id="26" creationId="{4E75910E-4112-4447-8981-4CA7ACEF94BA}"/>
          </ac:spMkLst>
        </pc:spChg>
        <pc:picChg chg="add del">
          <ac:chgData name="Harish INDIA" userId="c9e5f4954fc3552c" providerId="Windows Live" clId="Web-{36107657-2711-0C07-42CF-85E569285F6B}" dt="2024-08-31T13:11:26.789" v="264"/>
          <ac:picMkLst>
            <pc:docMk/>
            <pc:sldMk cId="109857222" sldId="256"/>
            <ac:picMk id="4" creationId="{F6E82D50-4F00-3DA8-7FE5-C01DBB1AE66E}"/>
          </ac:picMkLst>
        </pc:picChg>
        <pc:picChg chg="add del mod">
          <ac:chgData name="Harish INDIA" userId="c9e5f4954fc3552c" providerId="Windows Live" clId="Web-{36107657-2711-0C07-42CF-85E569285F6B}" dt="2024-08-31T13:12:48.745" v="275"/>
          <ac:picMkLst>
            <pc:docMk/>
            <pc:sldMk cId="109857222" sldId="256"/>
            <ac:picMk id="5" creationId="{3C612C35-E861-B692-81E4-81151CD74D86}"/>
          </ac:picMkLst>
        </pc:picChg>
        <pc:picChg chg="add del">
          <ac:chgData name="Harish INDIA" userId="c9e5f4954fc3552c" providerId="Windows Live" clId="Web-{36107657-2711-0C07-42CF-85E569285F6B}" dt="2024-08-31T13:12:01.322" v="266"/>
          <ac:picMkLst>
            <pc:docMk/>
            <pc:sldMk cId="109857222" sldId="256"/>
            <ac:picMk id="19" creationId="{A7884DCC-9D45-1EEA-9CFE-585DAF4D5590}"/>
          </ac:picMkLst>
        </pc:picChg>
        <pc:picChg chg="add del mod modCrop">
          <ac:chgData name="Harish INDIA" userId="c9e5f4954fc3552c" providerId="Windows Live" clId="Web-{36107657-2711-0C07-42CF-85E569285F6B}" dt="2024-08-31T13:15:41.266" v="285"/>
          <ac:picMkLst>
            <pc:docMk/>
            <pc:sldMk cId="109857222" sldId="256"/>
            <ac:picMk id="23" creationId="{258C0257-FC4B-7635-4456-5D5C17777F01}"/>
          </ac:picMkLst>
        </pc:picChg>
        <pc:cxnChg chg="add del">
          <ac:chgData name="Harish INDIA" userId="c9e5f4954fc3552c" providerId="Windows Live" clId="Web-{36107657-2711-0C07-42CF-85E569285F6B}" dt="2024-08-31T13:13:19.683" v="276"/>
          <ac:cxnSpMkLst>
            <pc:docMk/>
            <pc:sldMk cId="109857222" sldId="256"/>
            <ac:cxnSpMk id="25" creationId="{081E1E49-F752-49CA-BFF6-1303B0A8AA03}"/>
          </ac:cxnSpMkLst>
        </pc:cxnChg>
      </pc:sldChg>
      <pc:sldChg chg="modSp new mod modTransition modClrScheme chgLayout">
        <pc:chgData name="Harish INDIA" userId="c9e5f4954fc3552c" providerId="Windows Live" clId="Web-{36107657-2711-0C07-42CF-85E569285F6B}" dt="2024-08-31T14:49:46.512" v="965" actId="20577"/>
        <pc:sldMkLst>
          <pc:docMk/>
          <pc:sldMk cId="3843477927" sldId="257"/>
        </pc:sldMkLst>
        <pc:spChg chg="mod ord">
          <ac:chgData name="Harish INDIA" userId="c9e5f4954fc3552c" providerId="Windows Live" clId="Web-{36107657-2711-0C07-42CF-85E569285F6B}" dt="2024-08-31T14:49:46.512" v="965" actId="20577"/>
          <ac:spMkLst>
            <pc:docMk/>
            <pc:sldMk cId="3843477927" sldId="257"/>
            <ac:spMk id="2" creationId="{B4102894-C152-6B37-7BDC-9D8BAFF2FF97}"/>
          </ac:spMkLst>
        </pc:spChg>
        <pc:spChg chg="mod ord">
          <ac:chgData name="Harish INDIA" userId="c9e5f4954fc3552c" providerId="Windows Live" clId="Web-{36107657-2711-0C07-42CF-85E569285F6B}" dt="2024-08-31T14:48:45.182" v="964"/>
          <ac:spMkLst>
            <pc:docMk/>
            <pc:sldMk cId="3843477927" sldId="257"/>
            <ac:spMk id="3" creationId="{0D545C3C-3ADF-42A0-9A81-2DC87F04F688}"/>
          </ac:spMkLst>
        </pc:spChg>
      </pc:sldChg>
      <pc:sldChg chg="addSp delSp modSp new mod modTransition modClrScheme chgLayout">
        <pc:chgData name="Harish INDIA" userId="c9e5f4954fc3552c" providerId="Windows Live" clId="Web-{36107657-2711-0C07-42CF-85E569285F6B}" dt="2024-08-31T14:49:58.872" v="966" actId="20577"/>
        <pc:sldMkLst>
          <pc:docMk/>
          <pc:sldMk cId="2074500705" sldId="258"/>
        </pc:sldMkLst>
        <pc:spChg chg="del mod">
          <ac:chgData name="Harish INDIA" userId="c9e5f4954fc3552c" providerId="Windows Live" clId="Web-{36107657-2711-0C07-42CF-85E569285F6B}" dt="2024-08-31T13:25:12.730" v="387"/>
          <ac:spMkLst>
            <pc:docMk/>
            <pc:sldMk cId="2074500705" sldId="258"/>
            <ac:spMk id="2" creationId="{59DE6718-D404-DD2E-0197-DE86D5E23AC9}"/>
          </ac:spMkLst>
        </pc:spChg>
        <pc:spChg chg="mod ord">
          <ac:chgData name="Harish INDIA" userId="c9e5f4954fc3552c" providerId="Windows Live" clId="Web-{36107657-2711-0C07-42CF-85E569285F6B}" dt="2024-08-31T14:48:45.182" v="964"/>
          <ac:spMkLst>
            <pc:docMk/>
            <pc:sldMk cId="2074500705" sldId="258"/>
            <ac:spMk id="3" creationId="{2AB49076-DFA3-2C4E-D22B-9A3198B8AAAF}"/>
          </ac:spMkLst>
        </pc:spChg>
        <pc:spChg chg="add mod ord">
          <ac:chgData name="Harish INDIA" userId="c9e5f4954fc3552c" providerId="Windows Live" clId="Web-{36107657-2711-0C07-42CF-85E569285F6B}" dt="2024-08-31T14:49:58.872" v="966" actId="20577"/>
          <ac:spMkLst>
            <pc:docMk/>
            <pc:sldMk cId="2074500705" sldId="258"/>
            <ac:spMk id="5" creationId="{08048F16-841F-46CF-2FB1-06CFC204EC54}"/>
          </ac:spMkLst>
        </pc:spChg>
      </pc:sldChg>
      <pc:sldChg chg="addSp delSp modSp new mod modTransition modClrScheme chgLayout">
        <pc:chgData name="Harish INDIA" userId="c9e5f4954fc3552c" providerId="Windows Live" clId="Web-{36107657-2711-0C07-42CF-85E569285F6B}" dt="2024-08-31T14:57:50.595" v="984"/>
        <pc:sldMkLst>
          <pc:docMk/>
          <pc:sldMk cId="369156695" sldId="259"/>
        </pc:sldMkLst>
        <pc:spChg chg="mod ord">
          <ac:chgData name="Harish INDIA" userId="c9e5f4954fc3552c" providerId="Windows Live" clId="Web-{36107657-2711-0C07-42CF-85E569285F6B}" dt="2024-08-31T14:50:06.200" v="967" actId="20577"/>
          <ac:spMkLst>
            <pc:docMk/>
            <pc:sldMk cId="369156695" sldId="259"/>
            <ac:spMk id="2" creationId="{C91D8118-79BD-F5D0-A73C-AEF018ABA816}"/>
          </ac:spMkLst>
        </pc:spChg>
        <pc:spChg chg="mod ord">
          <ac:chgData name="Harish INDIA" userId="c9e5f4954fc3552c" providerId="Windows Live" clId="Web-{36107657-2711-0C07-42CF-85E569285F6B}" dt="2024-08-31T14:48:45.182" v="964"/>
          <ac:spMkLst>
            <pc:docMk/>
            <pc:sldMk cId="369156695" sldId="259"/>
            <ac:spMk id="3" creationId="{B76450E5-65E8-55BD-0F40-8968EA33B8BA}"/>
          </ac:spMkLst>
        </pc:spChg>
        <pc:picChg chg="add del mod">
          <ac:chgData name="Harish INDIA" userId="c9e5f4954fc3552c" providerId="Windows Live" clId="Web-{36107657-2711-0C07-42CF-85E569285F6B}" dt="2024-08-31T14:57:50.595" v="984"/>
          <ac:picMkLst>
            <pc:docMk/>
            <pc:sldMk cId="369156695" sldId="259"/>
            <ac:picMk id="4" creationId="{4C8DF4D1-1E5E-A049-A99A-19126B4635A1}"/>
          </ac:picMkLst>
        </pc:picChg>
      </pc:sldChg>
      <pc:sldChg chg="addSp modSp new mod modTransition modClrScheme chgLayout">
        <pc:chgData name="Harish INDIA" userId="c9e5f4954fc3552c" providerId="Windows Live" clId="Web-{36107657-2711-0C07-42CF-85E569285F6B}" dt="2024-08-31T15:07:37.336" v="1012" actId="14100"/>
        <pc:sldMkLst>
          <pc:docMk/>
          <pc:sldMk cId="2220496271" sldId="260"/>
        </pc:sldMkLst>
        <pc:spChg chg="mod ord">
          <ac:chgData name="Harish INDIA" userId="c9e5f4954fc3552c" providerId="Windows Live" clId="Web-{36107657-2711-0C07-42CF-85E569285F6B}" dt="2024-08-31T14:50:34.467" v="968" actId="20577"/>
          <ac:spMkLst>
            <pc:docMk/>
            <pc:sldMk cId="2220496271" sldId="260"/>
            <ac:spMk id="2" creationId="{6A003AD9-F9D8-9847-B3E0-3740C3220FB6}"/>
          </ac:spMkLst>
        </pc:spChg>
        <pc:spChg chg="mod ord">
          <ac:chgData name="Harish INDIA" userId="c9e5f4954fc3552c" providerId="Windows Live" clId="Web-{36107657-2711-0C07-42CF-85E569285F6B}" dt="2024-08-31T14:48:45.182" v="964"/>
          <ac:spMkLst>
            <pc:docMk/>
            <pc:sldMk cId="2220496271" sldId="260"/>
            <ac:spMk id="3" creationId="{F06F2F0A-5CD7-9475-E9E0-B1DDB6AF8A7C}"/>
          </ac:spMkLst>
        </pc:spChg>
        <pc:picChg chg="add mod">
          <ac:chgData name="Harish INDIA" userId="c9e5f4954fc3552c" providerId="Windows Live" clId="Web-{36107657-2711-0C07-42CF-85E569285F6B}" dt="2024-08-31T15:07:37.336" v="1012" actId="14100"/>
          <ac:picMkLst>
            <pc:docMk/>
            <pc:sldMk cId="2220496271" sldId="260"/>
            <ac:picMk id="4" creationId="{E1F26FBB-BA21-DA66-A762-20120193910E}"/>
          </ac:picMkLst>
        </pc:picChg>
      </pc:sldChg>
      <pc:sldChg chg="new del">
        <pc:chgData name="Harish INDIA" userId="c9e5f4954fc3552c" providerId="Windows Live" clId="Web-{36107657-2711-0C07-42CF-85E569285F6B}" dt="2024-08-31T13:41:02.979" v="652"/>
        <pc:sldMkLst>
          <pc:docMk/>
          <pc:sldMk cId="3204088676" sldId="260"/>
        </pc:sldMkLst>
      </pc:sldChg>
      <pc:sldChg chg="addSp modSp new mod modTransition modClrScheme chgLayout">
        <pc:chgData name="Harish INDIA" userId="c9e5f4954fc3552c" providerId="Windows Live" clId="Web-{36107657-2711-0C07-42CF-85E569285F6B}" dt="2024-08-31T14:59:27.364" v="991" actId="1076"/>
        <pc:sldMkLst>
          <pc:docMk/>
          <pc:sldMk cId="284677334" sldId="261"/>
        </pc:sldMkLst>
        <pc:spChg chg="mod ord">
          <ac:chgData name="Harish INDIA" userId="c9e5f4954fc3552c" providerId="Windows Live" clId="Web-{36107657-2711-0C07-42CF-85E569285F6B}" dt="2024-08-31T14:50:36.342" v="969" actId="20577"/>
          <ac:spMkLst>
            <pc:docMk/>
            <pc:sldMk cId="284677334" sldId="261"/>
            <ac:spMk id="2" creationId="{D9CBF540-46B2-911D-F95F-C6AE1FDA0A61}"/>
          </ac:spMkLst>
        </pc:spChg>
        <pc:spChg chg="mod ord">
          <ac:chgData name="Harish INDIA" userId="c9e5f4954fc3552c" providerId="Windows Live" clId="Web-{36107657-2711-0C07-42CF-85E569285F6B}" dt="2024-08-31T14:48:45.182" v="964"/>
          <ac:spMkLst>
            <pc:docMk/>
            <pc:sldMk cId="284677334" sldId="261"/>
            <ac:spMk id="3" creationId="{2C5127CD-71B3-DDAE-372C-AE00D887B81C}"/>
          </ac:spMkLst>
        </pc:spChg>
        <pc:picChg chg="add mod">
          <ac:chgData name="Harish INDIA" userId="c9e5f4954fc3552c" providerId="Windows Live" clId="Web-{36107657-2711-0C07-42CF-85E569285F6B}" dt="2024-08-31T14:59:27.364" v="991" actId="1076"/>
          <ac:picMkLst>
            <pc:docMk/>
            <pc:sldMk cId="284677334" sldId="261"/>
            <ac:picMk id="4" creationId="{BB200BF9-468E-913F-426D-313D3FF01E4C}"/>
          </ac:picMkLst>
        </pc:picChg>
      </pc:sldChg>
      <pc:sldChg chg="addSp modSp new mod modTransition modClrScheme chgLayout">
        <pc:chgData name="Harish INDIA" userId="c9e5f4954fc3552c" providerId="Windows Live" clId="Web-{36107657-2711-0C07-42CF-85E569285F6B}" dt="2024-08-31T15:01:30.680" v="999" actId="14100"/>
        <pc:sldMkLst>
          <pc:docMk/>
          <pc:sldMk cId="988450512" sldId="262"/>
        </pc:sldMkLst>
        <pc:spChg chg="mod ord">
          <ac:chgData name="Harish INDIA" userId="c9e5f4954fc3552c" providerId="Windows Live" clId="Web-{36107657-2711-0C07-42CF-85E569285F6B}" dt="2024-08-31T14:51:43.172" v="971" actId="20577"/>
          <ac:spMkLst>
            <pc:docMk/>
            <pc:sldMk cId="988450512" sldId="262"/>
            <ac:spMk id="2" creationId="{6979EAF3-F6C8-E9F5-EEEC-4CFA04CC20E9}"/>
          </ac:spMkLst>
        </pc:spChg>
        <pc:spChg chg="mod ord">
          <ac:chgData name="Harish INDIA" userId="c9e5f4954fc3552c" providerId="Windows Live" clId="Web-{36107657-2711-0C07-42CF-85E569285F6B}" dt="2024-08-31T14:48:45.182" v="964"/>
          <ac:spMkLst>
            <pc:docMk/>
            <pc:sldMk cId="988450512" sldId="262"/>
            <ac:spMk id="3" creationId="{761D10B1-AEA0-A88D-5135-D2DD86CD5D69}"/>
          </ac:spMkLst>
        </pc:spChg>
        <pc:picChg chg="add mod">
          <ac:chgData name="Harish INDIA" userId="c9e5f4954fc3552c" providerId="Windows Live" clId="Web-{36107657-2711-0C07-42CF-85E569285F6B}" dt="2024-08-31T15:01:30.680" v="999" actId="14100"/>
          <ac:picMkLst>
            <pc:docMk/>
            <pc:sldMk cId="988450512" sldId="262"/>
            <ac:picMk id="4" creationId="{00B2F7E4-69ED-A1EC-B3E0-9BD2113D08DB}"/>
          </ac:picMkLst>
        </pc:picChg>
      </pc:sldChg>
      <pc:sldChg chg="addSp delSp modSp new mod modTransition modClrScheme chgLayout">
        <pc:chgData name="Harish INDIA" userId="c9e5f4954fc3552c" providerId="Windows Live" clId="Web-{36107657-2711-0C07-42CF-85E569285F6B}" dt="2024-08-31T15:04:02.075" v="1006" actId="1076"/>
        <pc:sldMkLst>
          <pc:docMk/>
          <pc:sldMk cId="2606103278" sldId="263"/>
        </pc:sldMkLst>
        <pc:spChg chg="del">
          <ac:chgData name="Harish INDIA" userId="c9e5f4954fc3552c" providerId="Windows Live" clId="Web-{36107657-2711-0C07-42CF-85E569285F6B}" dt="2024-08-31T14:03:43.040" v="781"/>
          <ac:spMkLst>
            <pc:docMk/>
            <pc:sldMk cId="2606103278" sldId="263"/>
            <ac:spMk id="2" creationId="{DEE910B0-7E23-63FA-6FBF-963416FBE420}"/>
          </ac:spMkLst>
        </pc:spChg>
        <pc:spChg chg="del">
          <ac:chgData name="Harish INDIA" userId="c9e5f4954fc3552c" providerId="Windows Live" clId="Web-{36107657-2711-0C07-42CF-85E569285F6B}" dt="2024-08-31T14:03:43.040" v="780"/>
          <ac:spMkLst>
            <pc:docMk/>
            <pc:sldMk cId="2606103278" sldId="263"/>
            <ac:spMk id="3" creationId="{10DAA96C-7703-C58E-ECF8-C8A97DB5A068}"/>
          </ac:spMkLst>
        </pc:spChg>
        <pc:spChg chg="add mod">
          <ac:chgData name="Harish INDIA" userId="c9e5f4954fc3552c" providerId="Windows Live" clId="Web-{36107657-2711-0C07-42CF-85E569285F6B}" dt="2024-08-31T14:51:44.953" v="972" actId="20577"/>
          <ac:spMkLst>
            <pc:docMk/>
            <pc:sldMk cId="2606103278" sldId="263"/>
            <ac:spMk id="4" creationId="{B58D0160-DB25-894A-D6B7-52AC27B9522A}"/>
          </ac:spMkLst>
        </pc:spChg>
        <pc:spChg chg="add del mod ord">
          <ac:chgData name="Harish INDIA" userId="c9e5f4954fc3552c" providerId="Windows Live" clId="Web-{36107657-2711-0C07-42CF-85E569285F6B}" dt="2024-08-31T14:07:27.890" v="792"/>
          <ac:spMkLst>
            <pc:docMk/>
            <pc:sldMk cId="2606103278" sldId="263"/>
            <ac:spMk id="5" creationId="{13CF47DD-7BD6-E970-D002-3ED951447B59}"/>
          </ac:spMkLst>
        </pc:spChg>
        <pc:spChg chg="add del mod ord">
          <ac:chgData name="Harish INDIA" userId="c9e5f4954fc3552c" providerId="Windows Live" clId="Web-{36107657-2711-0C07-42CF-85E569285F6B}" dt="2024-08-31T14:07:16.437" v="789"/>
          <ac:spMkLst>
            <pc:docMk/>
            <pc:sldMk cId="2606103278" sldId="263"/>
            <ac:spMk id="6" creationId="{B08A434F-756C-8ABC-6D92-D4D5FEFA5C24}"/>
          </ac:spMkLst>
        </pc:spChg>
        <pc:spChg chg="add mod ord">
          <ac:chgData name="Harish INDIA" userId="c9e5f4954fc3552c" providerId="Windows Live" clId="Web-{36107657-2711-0C07-42CF-85E569285F6B}" dt="2024-08-31T14:48:45.182" v="964"/>
          <ac:spMkLst>
            <pc:docMk/>
            <pc:sldMk cId="2606103278" sldId="263"/>
            <ac:spMk id="7" creationId="{8D9FECA9-1BAC-FA29-D79F-4485E093CEE3}"/>
          </ac:spMkLst>
        </pc:spChg>
        <pc:spChg chg="add del mod ord">
          <ac:chgData name="Harish INDIA" userId="c9e5f4954fc3552c" providerId="Windows Live" clId="Web-{36107657-2711-0C07-42CF-85E569285F6B}" dt="2024-08-31T14:20:53.339" v="871"/>
          <ac:spMkLst>
            <pc:docMk/>
            <pc:sldMk cId="2606103278" sldId="263"/>
            <ac:spMk id="8" creationId="{0993C7C7-9DA0-F80D-9353-1B79C6608BEC}"/>
          </ac:spMkLst>
        </pc:spChg>
        <pc:spChg chg="add del mod ord">
          <ac:chgData name="Harish INDIA" userId="c9e5f4954fc3552c" providerId="Windows Live" clId="Web-{36107657-2711-0C07-42CF-85E569285F6B}" dt="2024-08-31T14:23:54.298" v="889"/>
          <ac:spMkLst>
            <pc:docMk/>
            <pc:sldMk cId="2606103278" sldId="263"/>
            <ac:spMk id="9" creationId="{55D2BBB0-F164-57BC-2AFE-EA5FF229D8C5}"/>
          </ac:spMkLst>
        </pc:spChg>
        <pc:spChg chg="add del mod ord">
          <ac:chgData name="Harish INDIA" userId="c9e5f4954fc3552c" providerId="Windows Live" clId="Web-{36107657-2711-0C07-42CF-85E569285F6B}" dt="2024-08-31T14:46:57.038" v="956"/>
          <ac:spMkLst>
            <pc:docMk/>
            <pc:sldMk cId="2606103278" sldId="263"/>
            <ac:spMk id="10" creationId="{B9F67B45-C2B4-CC1F-927B-C01E4A46BD1D}"/>
          </ac:spMkLst>
        </pc:spChg>
        <pc:spChg chg="add del mod ord">
          <ac:chgData name="Harish INDIA" userId="c9e5f4954fc3552c" providerId="Windows Live" clId="Web-{36107657-2711-0C07-42CF-85E569285F6B}" dt="2024-08-31T15:02:00.759" v="1000"/>
          <ac:spMkLst>
            <pc:docMk/>
            <pc:sldMk cId="2606103278" sldId="263"/>
            <ac:spMk id="12" creationId="{B11E6EB8-4469-37EC-6186-21C2C52B23DC}"/>
          </ac:spMkLst>
        </pc:spChg>
        <pc:picChg chg="add mod">
          <ac:chgData name="Harish INDIA" userId="c9e5f4954fc3552c" providerId="Windows Live" clId="Web-{36107657-2711-0C07-42CF-85E569285F6B}" dt="2024-08-31T15:04:02.075" v="1006" actId="1076"/>
          <ac:picMkLst>
            <pc:docMk/>
            <pc:sldMk cId="2606103278" sldId="263"/>
            <ac:picMk id="13" creationId="{F3F43B97-F067-94B4-F103-2A61F799FB60}"/>
          </ac:picMkLst>
        </pc:picChg>
      </pc:sldChg>
      <pc:sldChg chg="delSp modSp new mod modTransition modClrScheme chgLayout">
        <pc:chgData name="Harish INDIA" userId="c9e5f4954fc3552c" providerId="Windows Live" clId="Web-{36107657-2711-0C07-42CF-85E569285F6B}" dt="2024-08-31T14:52:24.314" v="974" actId="20577"/>
        <pc:sldMkLst>
          <pc:docMk/>
          <pc:sldMk cId="2213071289" sldId="264"/>
        </pc:sldMkLst>
        <pc:spChg chg="mod ord">
          <ac:chgData name="Harish INDIA" userId="c9e5f4954fc3552c" providerId="Windows Live" clId="Web-{36107657-2711-0C07-42CF-85E569285F6B}" dt="2024-08-31T14:52:24.314" v="974" actId="20577"/>
          <ac:spMkLst>
            <pc:docMk/>
            <pc:sldMk cId="2213071289" sldId="264"/>
            <ac:spMk id="2" creationId="{FD01569F-32E2-EABE-F5AF-10A871BB098B}"/>
          </ac:spMkLst>
        </pc:spChg>
        <pc:spChg chg="del">
          <ac:chgData name="Harish INDIA" userId="c9e5f4954fc3552c" providerId="Windows Live" clId="Web-{36107657-2711-0C07-42CF-85E569285F6B}" dt="2024-08-31T14:12:58.293" v="824"/>
          <ac:spMkLst>
            <pc:docMk/>
            <pc:sldMk cId="2213071289" sldId="264"/>
            <ac:spMk id="3" creationId="{FD860723-0A24-6F7F-E4A8-5DFE78273AE3}"/>
          </ac:spMkLst>
        </pc:spChg>
        <pc:spChg chg="del">
          <ac:chgData name="Harish INDIA" userId="c9e5f4954fc3552c" providerId="Windows Live" clId="Web-{36107657-2711-0C07-42CF-85E569285F6B}" dt="2024-08-31T14:12:59.371" v="825"/>
          <ac:spMkLst>
            <pc:docMk/>
            <pc:sldMk cId="2213071289" sldId="264"/>
            <ac:spMk id="4" creationId="{D21CD87E-B9F6-6770-AAA5-515BB6C21633}"/>
          </ac:spMkLst>
        </pc:spChg>
      </pc:sldChg>
      <pc:sldChg chg="delSp modSp new mod modTransition modClrScheme chgLayout">
        <pc:chgData name="Harish INDIA" userId="c9e5f4954fc3552c" providerId="Windows Live" clId="Web-{36107657-2711-0C07-42CF-85E569285F6B}" dt="2024-08-31T14:52:24.408" v="976" actId="20577"/>
        <pc:sldMkLst>
          <pc:docMk/>
          <pc:sldMk cId="4169330999" sldId="265"/>
        </pc:sldMkLst>
        <pc:spChg chg="mod ord">
          <ac:chgData name="Harish INDIA" userId="c9e5f4954fc3552c" providerId="Windows Live" clId="Web-{36107657-2711-0C07-42CF-85E569285F6B}" dt="2024-08-31T14:52:24.408" v="976" actId="20577"/>
          <ac:spMkLst>
            <pc:docMk/>
            <pc:sldMk cId="4169330999" sldId="265"/>
            <ac:spMk id="2" creationId="{BF892997-0720-AC25-343A-456A41ABD1B7}"/>
          </ac:spMkLst>
        </pc:spChg>
        <pc:spChg chg="del">
          <ac:chgData name="Harish INDIA" userId="c9e5f4954fc3552c" providerId="Windows Live" clId="Web-{36107657-2711-0C07-42CF-85E569285F6B}" dt="2024-08-31T14:14:16.201" v="831"/>
          <ac:spMkLst>
            <pc:docMk/>
            <pc:sldMk cId="4169330999" sldId="265"/>
            <ac:spMk id="3" creationId="{F39E467A-1721-7307-2C4E-C22D17A135A4}"/>
          </ac:spMkLst>
        </pc:spChg>
        <pc:spChg chg="del">
          <ac:chgData name="Harish INDIA" userId="c9e5f4954fc3552c" providerId="Windows Live" clId="Web-{36107657-2711-0C07-42CF-85E569285F6B}" dt="2024-08-31T14:14:16.233" v="832"/>
          <ac:spMkLst>
            <pc:docMk/>
            <pc:sldMk cId="4169330999" sldId="265"/>
            <ac:spMk id="4" creationId="{A55021D7-D541-9FEA-5DB3-301299FC4D0A}"/>
          </ac:spMkLst>
        </pc:spChg>
      </pc:sldChg>
      <pc:sldChg chg="addSp delSp modSp new mod modTransition modClrScheme chgLayout">
        <pc:chgData name="Harish INDIA" userId="c9e5f4954fc3552c" providerId="Windows Live" clId="Web-{36107657-2711-0C07-42CF-85E569285F6B}" dt="2024-08-31T14:52:27.626" v="978" actId="20577"/>
        <pc:sldMkLst>
          <pc:docMk/>
          <pc:sldMk cId="3275726764" sldId="266"/>
        </pc:sldMkLst>
        <pc:spChg chg="mod ord">
          <ac:chgData name="Harish INDIA" userId="c9e5f4954fc3552c" providerId="Windows Live" clId="Web-{36107657-2711-0C07-42CF-85E569285F6B}" dt="2024-08-31T14:52:27.626" v="978" actId="20577"/>
          <ac:spMkLst>
            <pc:docMk/>
            <pc:sldMk cId="3275726764" sldId="266"/>
            <ac:spMk id="2" creationId="{850419ED-F8BF-34A4-D3ED-306A2EF85095}"/>
          </ac:spMkLst>
        </pc:spChg>
        <pc:spChg chg="del">
          <ac:chgData name="Harish INDIA" userId="c9e5f4954fc3552c" providerId="Windows Live" clId="Web-{36107657-2711-0C07-42CF-85E569285F6B}" dt="2024-08-31T14:16:52.831" v="853"/>
          <ac:spMkLst>
            <pc:docMk/>
            <pc:sldMk cId="3275726764" sldId="266"/>
            <ac:spMk id="3" creationId="{7722BD4A-C96B-3615-5248-F46CD4E2009E}"/>
          </ac:spMkLst>
        </pc:spChg>
        <pc:spChg chg="del mod">
          <ac:chgData name="Harish INDIA" userId="c9e5f4954fc3552c" providerId="Windows Live" clId="Web-{36107657-2711-0C07-42CF-85E569285F6B}" dt="2024-08-31T14:18:00.802" v="857"/>
          <ac:spMkLst>
            <pc:docMk/>
            <pc:sldMk cId="3275726764" sldId="266"/>
            <ac:spMk id="4" creationId="{1D9634AB-3342-CBD6-3F14-F19F44997E8E}"/>
          </ac:spMkLst>
        </pc:spChg>
        <pc:picChg chg="add mod ord">
          <ac:chgData name="Harish INDIA" userId="c9e5f4954fc3552c" providerId="Windows Live" clId="Web-{36107657-2711-0C07-42CF-85E569285F6B}" dt="2024-08-31T14:48:45.182" v="964"/>
          <ac:picMkLst>
            <pc:docMk/>
            <pc:sldMk cId="3275726764" sldId="266"/>
            <ac:picMk id="5" creationId="{B9BD3012-0C69-A36E-1A14-D9EBDB3603D1}"/>
          </ac:picMkLst>
        </pc:picChg>
      </pc:sldChg>
      <pc:sldChg chg="addSp delSp modSp new mod modTransition modClrScheme chgLayout">
        <pc:chgData name="Harish INDIA" userId="c9e5f4954fc3552c" providerId="Windows Live" clId="Web-{36107657-2711-0C07-42CF-85E569285F6B}" dt="2024-08-31T14:52:27.642" v="979" actId="20577"/>
        <pc:sldMkLst>
          <pc:docMk/>
          <pc:sldMk cId="2915436868" sldId="267"/>
        </pc:sldMkLst>
        <pc:spChg chg="del">
          <ac:chgData name="Harish INDIA" userId="c9e5f4954fc3552c" providerId="Windows Live" clId="Web-{36107657-2711-0C07-42CF-85E569285F6B}" dt="2024-08-31T14:31:36.234" v="917"/>
          <ac:spMkLst>
            <pc:docMk/>
            <pc:sldMk cId="2915436868" sldId="267"/>
            <ac:spMk id="2" creationId="{B1DAD5A4-4BDC-8AC3-85E4-C02865A454D9}"/>
          </ac:spMkLst>
        </pc:spChg>
        <pc:spChg chg="mod ord">
          <ac:chgData name="Harish INDIA" userId="c9e5f4954fc3552c" providerId="Windows Live" clId="Web-{36107657-2711-0C07-42CF-85E569285F6B}" dt="2024-08-31T14:48:45.182" v="964"/>
          <ac:spMkLst>
            <pc:docMk/>
            <pc:sldMk cId="2915436868" sldId="267"/>
            <ac:spMk id="3" creationId="{83A66859-6440-CFD2-5B81-CDAE21996DB7}"/>
          </ac:spMkLst>
        </pc:spChg>
        <pc:spChg chg="del">
          <ac:chgData name="Harish INDIA" userId="c9e5f4954fc3552c" providerId="Windows Live" clId="Web-{36107657-2711-0C07-42CF-85E569285F6B}" dt="2024-08-31T14:32:09.985" v="920"/>
          <ac:spMkLst>
            <pc:docMk/>
            <pc:sldMk cId="2915436868" sldId="267"/>
            <ac:spMk id="4" creationId="{89BF1E06-2685-5D32-0CFF-7B392563C622}"/>
          </ac:spMkLst>
        </pc:spChg>
        <pc:spChg chg="add mod">
          <ac:chgData name="Harish INDIA" userId="c9e5f4954fc3552c" providerId="Windows Live" clId="Web-{36107657-2711-0C07-42CF-85E569285F6B}" dt="2024-08-31T14:52:27.642" v="979" actId="20577"/>
          <ac:spMkLst>
            <pc:docMk/>
            <pc:sldMk cId="2915436868" sldId="267"/>
            <ac:spMk id="5" creationId="{0F5D0336-BD59-58B7-6E2C-8B0D6A536BC7}"/>
          </ac:spMkLst>
        </pc:spChg>
      </pc:sldChg>
      <pc:sldMasterChg chg="add del addSldLayout delSldLayout">
        <pc:chgData name="Harish INDIA" userId="c9e5f4954fc3552c" providerId="Windows Live" clId="Web-{36107657-2711-0C07-42CF-85E569285F6B}" dt="2024-08-31T13:12:01.384" v="267"/>
        <pc:sldMasterMkLst>
          <pc:docMk/>
          <pc:sldMasterMk cId="2460954070" sldId="2147483660"/>
        </pc:sldMasterMkLst>
        <pc:sldLayoutChg chg="add del">
          <pc:chgData name="Harish INDIA" userId="c9e5f4954fc3552c" providerId="Windows Live" clId="Web-{36107657-2711-0C07-42CF-85E569285F6B}" dt="2024-08-31T13:12:01.384" v="267"/>
          <pc:sldLayoutMkLst>
            <pc:docMk/>
            <pc:sldMasterMk cId="2460954070" sldId="2147483660"/>
            <pc:sldLayoutMk cId="2385387890" sldId="2147483661"/>
          </pc:sldLayoutMkLst>
        </pc:sldLayoutChg>
        <pc:sldLayoutChg chg="add del">
          <pc:chgData name="Harish INDIA" userId="c9e5f4954fc3552c" providerId="Windows Live" clId="Web-{36107657-2711-0C07-42CF-85E569285F6B}" dt="2024-08-31T13:12:01.384" v="267"/>
          <pc:sldLayoutMkLst>
            <pc:docMk/>
            <pc:sldMasterMk cId="2460954070" sldId="2147483660"/>
            <pc:sldLayoutMk cId="949138452" sldId="2147483662"/>
          </pc:sldLayoutMkLst>
        </pc:sldLayoutChg>
        <pc:sldLayoutChg chg="add del">
          <pc:chgData name="Harish INDIA" userId="c9e5f4954fc3552c" providerId="Windows Live" clId="Web-{36107657-2711-0C07-42CF-85E569285F6B}" dt="2024-08-31T13:12:01.384" v="267"/>
          <pc:sldLayoutMkLst>
            <pc:docMk/>
            <pc:sldMasterMk cId="2460954070" sldId="2147483660"/>
            <pc:sldLayoutMk cId="2591524520" sldId="2147483663"/>
          </pc:sldLayoutMkLst>
        </pc:sldLayoutChg>
        <pc:sldLayoutChg chg="add del">
          <pc:chgData name="Harish INDIA" userId="c9e5f4954fc3552c" providerId="Windows Live" clId="Web-{36107657-2711-0C07-42CF-85E569285F6B}" dt="2024-08-31T13:12:01.384" v="267"/>
          <pc:sldLayoutMkLst>
            <pc:docMk/>
            <pc:sldMasterMk cId="2460954070" sldId="2147483660"/>
            <pc:sldLayoutMk cId="1203092039" sldId="2147483664"/>
          </pc:sldLayoutMkLst>
        </pc:sldLayoutChg>
        <pc:sldLayoutChg chg="add del">
          <pc:chgData name="Harish INDIA" userId="c9e5f4954fc3552c" providerId="Windows Live" clId="Web-{36107657-2711-0C07-42CF-85E569285F6B}" dt="2024-08-31T13:12:01.384" v="267"/>
          <pc:sldLayoutMkLst>
            <pc:docMk/>
            <pc:sldMasterMk cId="2460954070" sldId="2147483660"/>
            <pc:sldLayoutMk cId="3733172339" sldId="2147483665"/>
          </pc:sldLayoutMkLst>
        </pc:sldLayoutChg>
        <pc:sldLayoutChg chg="add del">
          <pc:chgData name="Harish INDIA" userId="c9e5f4954fc3552c" providerId="Windows Live" clId="Web-{36107657-2711-0C07-42CF-85E569285F6B}" dt="2024-08-31T13:12:01.384" v="267"/>
          <pc:sldLayoutMkLst>
            <pc:docMk/>
            <pc:sldMasterMk cId="2460954070" sldId="2147483660"/>
            <pc:sldLayoutMk cId="3210312558" sldId="2147483666"/>
          </pc:sldLayoutMkLst>
        </pc:sldLayoutChg>
        <pc:sldLayoutChg chg="add del">
          <pc:chgData name="Harish INDIA" userId="c9e5f4954fc3552c" providerId="Windows Live" clId="Web-{36107657-2711-0C07-42CF-85E569285F6B}" dt="2024-08-31T13:12:01.384" v="267"/>
          <pc:sldLayoutMkLst>
            <pc:docMk/>
            <pc:sldMasterMk cId="2460954070" sldId="2147483660"/>
            <pc:sldLayoutMk cId="3146388984" sldId="2147483667"/>
          </pc:sldLayoutMkLst>
        </pc:sldLayoutChg>
        <pc:sldLayoutChg chg="add del">
          <pc:chgData name="Harish INDIA" userId="c9e5f4954fc3552c" providerId="Windows Live" clId="Web-{36107657-2711-0C07-42CF-85E569285F6B}" dt="2024-08-31T13:12:01.384" v="267"/>
          <pc:sldLayoutMkLst>
            <pc:docMk/>
            <pc:sldMasterMk cId="2460954070" sldId="2147483660"/>
            <pc:sldLayoutMk cId="3171841454" sldId="2147483668"/>
          </pc:sldLayoutMkLst>
        </pc:sldLayoutChg>
        <pc:sldLayoutChg chg="add del">
          <pc:chgData name="Harish INDIA" userId="c9e5f4954fc3552c" providerId="Windows Live" clId="Web-{36107657-2711-0C07-42CF-85E569285F6B}" dt="2024-08-31T13:12:01.384" v="267"/>
          <pc:sldLayoutMkLst>
            <pc:docMk/>
            <pc:sldMasterMk cId="2460954070" sldId="2147483660"/>
            <pc:sldLayoutMk cId="1718958274" sldId="2147483669"/>
          </pc:sldLayoutMkLst>
        </pc:sldLayoutChg>
        <pc:sldLayoutChg chg="add del">
          <pc:chgData name="Harish INDIA" userId="c9e5f4954fc3552c" providerId="Windows Live" clId="Web-{36107657-2711-0C07-42CF-85E569285F6B}" dt="2024-08-31T13:12:01.384" v="267"/>
          <pc:sldLayoutMkLst>
            <pc:docMk/>
            <pc:sldMasterMk cId="2460954070" sldId="2147483660"/>
            <pc:sldLayoutMk cId="2202905451" sldId="2147483670"/>
          </pc:sldLayoutMkLst>
        </pc:sldLayoutChg>
        <pc:sldLayoutChg chg="add del">
          <pc:chgData name="Harish INDIA" userId="c9e5f4954fc3552c" providerId="Windows Live" clId="Web-{36107657-2711-0C07-42CF-85E569285F6B}" dt="2024-08-31T13:12:01.384" v="267"/>
          <pc:sldLayoutMkLst>
            <pc:docMk/>
            <pc:sldMasterMk cId="2460954070" sldId="2147483660"/>
            <pc:sldLayoutMk cId="3479445657" sldId="2147483671"/>
          </pc:sldLayoutMkLst>
        </pc:sldLayoutChg>
      </pc:sldMasterChg>
      <pc:sldMasterChg chg="add del addSldLayout delSldLayout">
        <pc:chgData name="Harish INDIA" userId="c9e5f4954fc3552c" providerId="Windows Live" clId="Web-{36107657-2711-0C07-42CF-85E569285F6B}" dt="2024-08-31T13:12:01.322" v="266"/>
        <pc:sldMasterMkLst>
          <pc:docMk/>
          <pc:sldMasterMk cId="1355865933" sldId="2147483698"/>
        </pc:sldMasterMkLst>
        <pc:sldLayoutChg chg="add del">
          <pc:chgData name="Harish INDIA" userId="c9e5f4954fc3552c" providerId="Windows Live" clId="Web-{36107657-2711-0C07-42CF-85E569285F6B}" dt="2024-08-31T13:12:01.322" v="266"/>
          <pc:sldLayoutMkLst>
            <pc:docMk/>
            <pc:sldMasterMk cId="1355865933" sldId="2147483698"/>
            <pc:sldLayoutMk cId="1338091084" sldId="2147483687"/>
          </pc:sldLayoutMkLst>
        </pc:sldLayoutChg>
        <pc:sldLayoutChg chg="add del">
          <pc:chgData name="Harish INDIA" userId="c9e5f4954fc3552c" providerId="Windows Live" clId="Web-{36107657-2711-0C07-42CF-85E569285F6B}" dt="2024-08-31T13:12:01.322" v="266"/>
          <pc:sldLayoutMkLst>
            <pc:docMk/>
            <pc:sldMasterMk cId="1355865933" sldId="2147483698"/>
            <pc:sldLayoutMk cId="1150187915" sldId="2147483688"/>
          </pc:sldLayoutMkLst>
        </pc:sldLayoutChg>
        <pc:sldLayoutChg chg="add del">
          <pc:chgData name="Harish INDIA" userId="c9e5f4954fc3552c" providerId="Windows Live" clId="Web-{36107657-2711-0C07-42CF-85E569285F6B}" dt="2024-08-31T13:12:01.322" v="266"/>
          <pc:sldLayoutMkLst>
            <pc:docMk/>
            <pc:sldMasterMk cId="1355865933" sldId="2147483698"/>
            <pc:sldLayoutMk cId="1714084624" sldId="2147483689"/>
          </pc:sldLayoutMkLst>
        </pc:sldLayoutChg>
        <pc:sldLayoutChg chg="add del">
          <pc:chgData name="Harish INDIA" userId="c9e5f4954fc3552c" providerId="Windows Live" clId="Web-{36107657-2711-0C07-42CF-85E569285F6B}" dt="2024-08-31T13:12:01.322" v="266"/>
          <pc:sldLayoutMkLst>
            <pc:docMk/>
            <pc:sldMasterMk cId="1355865933" sldId="2147483698"/>
            <pc:sldLayoutMk cId="3712313249" sldId="2147483690"/>
          </pc:sldLayoutMkLst>
        </pc:sldLayoutChg>
        <pc:sldLayoutChg chg="add del">
          <pc:chgData name="Harish INDIA" userId="c9e5f4954fc3552c" providerId="Windows Live" clId="Web-{36107657-2711-0C07-42CF-85E569285F6B}" dt="2024-08-31T13:12:01.322" v="266"/>
          <pc:sldLayoutMkLst>
            <pc:docMk/>
            <pc:sldMasterMk cId="1355865933" sldId="2147483698"/>
            <pc:sldLayoutMk cId="704998050" sldId="2147483691"/>
          </pc:sldLayoutMkLst>
        </pc:sldLayoutChg>
        <pc:sldLayoutChg chg="add del">
          <pc:chgData name="Harish INDIA" userId="c9e5f4954fc3552c" providerId="Windows Live" clId="Web-{36107657-2711-0C07-42CF-85E569285F6B}" dt="2024-08-31T13:12:01.322" v="266"/>
          <pc:sldLayoutMkLst>
            <pc:docMk/>
            <pc:sldMasterMk cId="1355865933" sldId="2147483698"/>
            <pc:sldLayoutMk cId="1783780528" sldId="2147483692"/>
          </pc:sldLayoutMkLst>
        </pc:sldLayoutChg>
        <pc:sldLayoutChg chg="add del">
          <pc:chgData name="Harish INDIA" userId="c9e5f4954fc3552c" providerId="Windows Live" clId="Web-{36107657-2711-0C07-42CF-85E569285F6B}" dt="2024-08-31T13:12:01.322" v="266"/>
          <pc:sldLayoutMkLst>
            <pc:docMk/>
            <pc:sldMasterMk cId="1355865933" sldId="2147483698"/>
            <pc:sldLayoutMk cId="1555657969" sldId="2147483693"/>
          </pc:sldLayoutMkLst>
        </pc:sldLayoutChg>
        <pc:sldLayoutChg chg="add del">
          <pc:chgData name="Harish INDIA" userId="c9e5f4954fc3552c" providerId="Windows Live" clId="Web-{36107657-2711-0C07-42CF-85E569285F6B}" dt="2024-08-31T13:12:01.322" v="266"/>
          <pc:sldLayoutMkLst>
            <pc:docMk/>
            <pc:sldMasterMk cId="1355865933" sldId="2147483698"/>
            <pc:sldLayoutMk cId="1823046973" sldId="2147483694"/>
          </pc:sldLayoutMkLst>
        </pc:sldLayoutChg>
        <pc:sldLayoutChg chg="add del">
          <pc:chgData name="Harish INDIA" userId="c9e5f4954fc3552c" providerId="Windows Live" clId="Web-{36107657-2711-0C07-42CF-85E569285F6B}" dt="2024-08-31T13:12:01.322" v="266"/>
          <pc:sldLayoutMkLst>
            <pc:docMk/>
            <pc:sldMasterMk cId="1355865933" sldId="2147483698"/>
            <pc:sldLayoutMk cId="914932459" sldId="2147483695"/>
          </pc:sldLayoutMkLst>
        </pc:sldLayoutChg>
        <pc:sldLayoutChg chg="add del">
          <pc:chgData name="Harish INDIA" userId="c9e5f4954fc3552c" providerId="Windows Live" clId="Web-{36107657-2711-0C07-42CF-85E569285F6B}" dt="2024-08-31T13:12:01.322" v="266"/>
          <pc:sldLayoutMkLst>
            <pc:docMk/>
            <pc:sldMasterMk cId="1355865933" sldId="2147483698"/>
            <pc:sldLayoutMk cId="3966904603" sldId="2147483696"/>
          </pc:sldLayoutMkLst>
        </pc:sldLayoutChg>
        <pc:sldLayoutChg chg="add del">
          <pc:chgData name="Harish INDIA" userId="c9e5f4954fc3552c" providerId="Windows Live" clId="Web-{36107657-2711-0C07-42CF-85E569285F6B}" dt="2024-08-31T13:12:01.322" v="266"/>
          <pc:sldLayoutMkLst>
            <pc:docMk/>
            <pc:sldMasterMk cId="1355865933" sldId="2147483698"/>
            <pc:sldLayoutMk cId="4276433980" sldId="2147483697"/>
          </pc:sldLayoutMkLst>
        </pc:sldLayoutChg>
      </pc:sldMasterChg>
      <pc:sldMasterChg chg="add del addSldLayout delSldLayout">
        <pc:chgData name="Harish INDIA" userId="c9e5f4954fc3552c" providerId="Windows Live" clId="Web-{36107657-2711-0C07-42CF-85E569285F6B}" dt="2024-08-31T13:11:26.789" v="264"/>
        <pc:sldMasterMkLst>
          <pc:docMk/>
          <pc:sldMasterMk cId="3100218676" sldId="2147483724"/>
        </pc:sldMasterMkLst>
        <pc:sldLayoutChg chg="add del">
          <pc:chgData name="Harish INDIA" userId="c9e5f4954fc3552c" providerId="Windows Live" clId="Web-{36107657-2711-0C07-42CF-85E569285F6B}" dt="2024-08-31T13:11:26.789" v="264"/>
          <pc:sldLayoutMkLst>
            <pc:docMk/>
            <pc:sldMasterMk cId="3100218676" sldId="2147483724"/>
            <pc:sldLayoutMk cId="3661037653" sldId="2147483713"/>
          </pc:sldLayoutMkLst>
        </pc:sldLayoutChg>
        <pc:sldLayoutChg chg="add del">
          <pc:chgData name="Harish INDIA" userId="c9e5f4954fc3552c" providerId="Windows Live" clId="Web-{36107657-2711-0C07-42CF-85E569285F6B}" dt="2024-08-31T13:11:26.789" v="264"/>
          <pc:sldLayoutMkLst>
            <pc:docMk/>
            <pc:sldMasterMk cId="3100218676" sldId="2147483724"/>
            <pc:sldLayoutMk cId="3109547175" sldId="2147483714"/>
          </pc:sldLayoutMkLst>
        </pc:sldLayoutChg>
        <pc:sldLayoutChg chg="add del">
          <pc:chgData name="Harish INDIA" userId="c9e5f4954fc3552c" providerId="Windows Live" clId="Web-{36107657-2711-0C07-42CF-85E569285F6B}" dt="2024-08-31T13:11:26.789" v="264"/>
          <pc:sldLayoutMkLst>
            <pc:docMk/>
            <pc:sldMasterMk cId="3100218676" sldId="2147483724"/>
            <pc:sldLayoutMk cId="3405807083" sldId="2147483715"/>
          </pc:sldLayoutMkLst>
        </pc:sldLayoutChg>
        <pc:sldLayoutChg chg="add del">
          <pc:chgData name="Harish INDIA" userId="c9e5f4954fc3552c" providerId="Windows Live" clId="Web-{36107657-2711-0C07-42CF-85E569285F6B}" dt="2024-08-31T13:11:26.789" v="264"/>
          <pc:sldLayoutMkLst>
            <pc:docMk/>
            <pc:sldMasterMk cId="3100218676" sldId="2147483724"/>
            <pc:sldLayoutMk cId="581597069" sldId="2147483716"/>
          </pc:sldLayoutMkLst>
        </pc:sldLayoutChg>
        <pc:sldLayoutChg chg="add del">
          <pc:chgData name="Harish INDIA" userId="c9e5f4954fc3552c" providerId="Windows Live" clId="Web-{36107657-2711-0C07-42CF-85E569285F6B}" dt="2024-08-31T13:11:26.789" v="264"/>
          <pc:sldLayoutMkLst>
            <pc:docMk/>
            <pc:sldMasterMk cId="3100218676" sldId="2147483724"/>
            <pc:sldLayoutMk cId="1443457898" sldId="2147483717"/>
          </pc:sldLayoutMkLst>
        </pc:sldLayoutChg>
        <pc:sldLayoutChg chg="add del">
          <pc:chgData name="Harish INDIA" userId="c9e5f4954fc3552c" providerId="Windows Live" clId="Web-{36107657-2711-0C07-42CF-85E569285F6B}" dt="2024-08-31T13:11:26.789" v="264"/>
          <pc:sldLayoutMkLst>
            <pc:docMk/>
            <pc:sldMasterMk cId="3100218676" sldId="2147483724"/>
            <pc:sldLayoutMk cId="1686096161" sldId="2147483718"/>
          </pc:sldLayoutMkLst>
        </pc:sldLayoutChg>
        <pc:sldLayoutChg chg="add del">
          <pc:chgData name="Harish INDIA" userId="c9e5f4954fc3552c" providerId="Windows Live" clId="Web-{36107657-2711-0C07-42CF-85E569285F6B}" dt="2024-08-31T13:11:26.789" v="264"/>
          <pc:sldLayoutMkLst>
            <pc:docMk/>
            <pc:sldMasterMk cId="3100218676" sldId="2147483724"/>
            <pc:sldLayoutMk cId="3659898377" sldId="2147483719"/>
          </pc:sldLayoutMkLst>
        </pc:sldLayoutChg>
        <pc:sldLayoutChg chg="add del">
          <pc:chgData name="Harish INDIA" userId="c9e5f4954fc3552c" providerId="Windows Live" clId="Web-{36107657-2711-0C07-42CF-85E569285F6B}" dt="2024-08-31T13:11:26.789" v="264"/>
          <pc:sldLayoutMkLst>
            <pc:docMk/>
            <pc:sldMasterMk cId="3100218676" sldId="2147483724"/>
            <pc:sldLayoutMk cId="1015774261" sldId="2147483720"/>
          </pc:sldLayoutMkLst>
        </pc:sldLayoutChg>
        <pc:sldLayoutChg chg="add del">
          <pc:chgData name="Harish INDIA" userId="c9e5f4954fc3552c" providerId="Windows Live" clId="Web-{36107657-2711-0C07-42CF-85E569285F6B}" dt="2024-08-31T13:11:26.789" v="264"/>
          <pc:sldLayoutMkLst>
            <pc:docMk/>
            <pc:sldMasterMk cId="3100218676" sldId="2147483724"/>
            <pc:sldLayoutMk cId="335425938" sldId="2147483721"/>
          </pc:sldLayoutMkLst>
        </pc:sldLayoutChg>
        <pc:sldLayoutChg chg="add del">
          <pc:chgData name="Harish INDIA" userId="c9e5f4954fc3552c" providerId="Windows Live" clId="Web-{36107657-2711-0C07-42CF-85E569285F6B}" dt="2024-08-31T13:11:26.789" v="264"/>
          <pc:sldLayoutMkLst>
            <pc:docMk/>
            <pc:sldMasterMk cId="3100218676" sldId="2147483724"/>
            <pc:sldLayoutMk cId="1724927869" sldId="2147483722"/>
          </pc:sldLayoutMkLst>
        </pc:sldLayoutChg>
        <pc:sldLayoutChg chg="add del">
          <pc:chgData name="Harish INDIA" userId="c9e5f4954fc3552c" providerId="Windows Live" clId="Web-{36107657-2711-0C07-42CF-85E569285F6B}" dt="2024-08-31T13:11:26.789" v="264"/>
          <pc:sldLayoutMkLst>
            <pc:docMk/>
            <pc:sldMasterMk cId="3100218676" sldId="2147483724"/>
            <pc:sldLayoutMk cId="1941958717" sldId="2147483723"/>
          </pc:sldLayoutMkLst>
        </pc:sldLayoutChg>
      </pc:sldMasterChg>
      <pc:sldMasterChg chg="add del addSldLayout delSldLayout">
        <pc:chgData name="Harish INDIA" userId="c9e5f4954fc3552c" providerId="Windows Live" clId="Web-{36107657-2711-0C07-42CF-85E569285F6B}" dt="2024-08-31T13:13:19.683" v="276"/>
        <pc:sldMasterMkLst>
          <pc:docMk/>
          <pc:sldMasterMk cId="3469023951" sldId="2147483737"/>
        </pc:sldMasterMkLst>
        <pc:sldLayoutChg chg="add del">
          <pc:chgData name="Harish INDIA" userId="c9e5f4954fc3552c" providerId="Windows Live" clId="Web-{36107657-2711-0C07-42CF-85E569285F6B}" dt="2024-08-31T13:13:19.683" v="276"/>
          <pc:sldLayoutMkLst>
            <pc:docMk/>
            <pc:sldMasterMk cId="3469023951" sldId="2147483737"/>
            <pc:sldLayoutMk cId="3789499447" sldId="2147483726"/>
          </pc:sldLayoutMkLst>
        </pc:sldLayoutChg>
        <pc:sldLayoutChg chg="add del">
          <pc:chgData name="Harish INDIA" userId="c9e5f4954fc3552c" providerId="Windows Live" clId="Web-{36107657-2711-0C07-42CF-85E569285F6B}" dt="2024-08-31T13:13:19.683" v="276"/>
          <pc:sldLayoutMkLst>
            <pc:docMk/>
            <pc:sldMasterMk cId="3469023951" sldId="2147483737"/>
            <pc:sldLayoutMk cId="3993657915" sldId="2147483727"/>
          </pc:sldLayoutMkLst>
        </pc:sldLayoutChg>
        <pc:sldLayoutChg chg="add del">
          <pc:chgData name="Harish INDIA" userId="c9e5f4954fc3552c" providerId="Windows Live" clId="Web-{36107657-2711-0C07-42CF-85E569285F6B}" dt="2024-08-31T13:13:19.683" v="276"/>
          <pc:sldLayoutMkLst>
            <pc:docMk/>
            <pc:sldMasterMk cId="3469023951" sldId="2147483737"/>
            <pc:sldLayoutMk cId="1274697017" sldId="2147483728"/>
          </pc:sldLayoutMkLst>
        </pc:sldLayoutChg>
        <pc:sldLayoutChg chg="add del">
          <pc:chgData name="Harish INDIA" userId="c9e5f4954fc3552c" providerId="Windows Live" clId="Web-{36107657-2711-0C07-42CF-85E569285F6B}" dt="2024-08-31T13:13:19.683" v="276"/>
          <pc:sldLayoutMkLst>
            <pc:docMk/>
            <pc:sldMasterMk cId="3469023951" sldId="2147483737"/>
            <pc:sldLayoutMk cId="321058535" sldId="2147483729"/>
          </pc:sldLayoutMkLst>
        </pc:sldLayoutChg>
        <pc:sldLayoutChg chg="add del">
          <pc:chgData name="Harish INDIA" userId="c9e5f4954fc3552c" providerId="Windows Live" clId="Web-{36107657-2711-0C07-42CF-85E569285F6B}" dt="2024-08-31T13:13:19.683" v="276"/>
          <pc:sldLayoutMkLst>
            <pc:docMk/>
            <pc:sldMasterMk cId="3469023951" sldId="2147483737"/>
            <pc:sldLayoutMk cId="761930343" sldId="2147483730"/>
          </pc:sldLayoutMkLst>
        </pc:sldLayoutChg>
        <pc:sldLayoutChg chg="add del">
          <pc:chgData name="Harish INDIA" userId="c9e5f4954fc3552c" providerId="Windows Live" clId="Web-{36107657-2711-0C07-42CF-85E569285F6B}" dt="2024-08-31T13:13:19.683" v="276"/>
          <pc:sldLayoutMkLst>
            <pc:docMk/>
            <pc:sldMasterMk cId="3469023951" sldId="2147483737"/>
            <pc:sldLayoutMk cId="2858040847" sldId="2147483731"/>
          </pc:sldLayoutMkLst>
        </pc:sldLayoutChg>
        <pc:sldLayoutChg chg="add del">
          <pc:chgData name="Harish INDIA" userId="c9e5f4954fc3552c" providerId="Windows Live" clId="Web-{36107657-2711-0C07-42CF-85E569285F6B}" dt="2024-08-31T13:13:19.683" v="276"/>
          <pc:sldLayoutMkLst>
            <pc:docMk/>
            <pc:sldMasterMk cId="3469023951" sldId="2147483737"/>
            <pc:sldLayoutMk cId="3430188876" sldId="2147483732"/>
          </pc:sldLayoutMkLst>
        </pc:sldLayoutChg>
        <pc:sldLayoutChg chg="add del">
          <pc:chgData name="Harish INDIA" userId="c9e5f4954fc3552c" providerId="Windows Live" clId="Web-{36107657-2711-0C07-42CF-85E569285F6B}" dt="2024-08-31T13:13:19.683" v="276"/>
          <pc:sldLayoutMkLst>
            <pc:docMk/>
            <pc:sldMasterMk cId="3469023951" sldId="2147483737"/>
            <pc:sldLayoutMk cId="2304437485" sldId="2147483733"/>
          </pc:sldLayoutMkLst>
        </pc:sldLayoutChg>
        <pc:sldLayoutChg chg="add del">
          <pc:chgData name="Harish INDIA" userId="c9e5f4954fc3552c" providerId="Windows Live" clId="Web-{36107657-2711-0C07-42CF-85E569285F6B}" dt="2024-08-31T13:13:19.683" v="276"/>
          <pc:sldLayoutMkLst>
            <pc:docMk/>
            <pc:sldMasterMk cId="3469023951" sldId="2147483737"/>
            <pc:sldLayoutMk cId="3357057318" sldId="2147483734"/>
          </pc:sldLayoutMkLst>
        </pc:sldLayoutChg>
        <pc:sldLayoutChg chg="add del">
          <pc:chgData name="Harish INDIA" userId="c9e5f4954fc3552c" providerId="Windows Live" clId="Web-{36107657-2711-0C07-42CF-85E569285F6B}" dt="2024-08-31T13:13:19.683" v="276"/>
          <pc:sldLayoutMkLst>
            <pc:docMk/>
            <pc:sldMasterMk cId="3469023951" sldId="2147483737"/>
            <pc:sldLayoutMk cId="3015458013" sldId="2147483735"/>
          </pc:sldLayoutMkLst>
        </pc:sldLayoutChg>
        <pc:sldLayoutChg chg="add del">
          <pc:chgData name="Harish INDIA" userId="c9e5f4954fc3552c" providerId="Windows Live" clId="Web-{36107657-2711-0C07-42CF-85E569285F6B}" dt="2024-08-31T13:13:19.683" v="276"/>
          <pc:sldLayoutMkLst>
            <pc:docMk/>
            <pc:sldMasterMk cId="3469023951" sldId="2147483737"/>
            <pc:sldLayoutMk cId="1117203709" sldId="2147483736"/>
          </pc:sldLayoutMkLst>
        </pc:sldLayoutChg>
      </pc:sldMasterChg>
      <pc:sldMasterChg chg="add del addSldLayout delSldLayout modSldLayout">
        <pc:chgData name="Harish INDIA" userId="c9e5f4954fc3552c" providerId="Windows Live" clId="Web-{36107657-2711-0C07-42CF-85E569285F6B}" dt="2024-08-31T13:13:55.060" v="277"/>
        <pc:sldMasterMkLst>
          <pc:docMk/>
          <pc:sldMasterMk cId="3161096967" sldId="2147483738"/>
        </pc:sldMasterMkLst>
        <pc:sldLayoutChg chg="add del mod replId">
          <pc:chgData name="Harish INDIA" userId="c9e5f4954fc3552c" providerId="Windows Live" clId="Web-{36107657-2711-0C07-42CF-85E569285F6B}" dt="2024-08-31T13:13:55.060" v="277"/>
          <pc:sldLayoutMkLst>
            <pc:docMk/>
            <pc:sldMasterMk cId="3161096967" sldId="2147483738"/>
            <pc:sldLayoutMk cId="471342274" sldId="2147483739"/>
          </pc:sldLayoutMkLst>
        </pc:sldLayoutChg>
        <pc:sldLayoutChg chg="add del mod replId">
          <pc:chgData name="Harish INDIA" userId="c9e5f4954fc3552c" providerId="Windows Live" clId="Web-{36107657-2711-0C07-42CF-85E569285F6B}" dt="2024-08-31T13:13:55.060" v="277"/>
          <pc:sldLayoutMkLst>
            <pc:docMk/>
            <pc:sldMasterMk cId="3161096967" sldId="2147483738"/>
            <pc:sldLayoutMk cId="1922914983" sldId="2147483740"/>
          </pc:sldLayoutMkLst>
        </pc:sldLayoutChg>
        <pc:sldLayoutChg chg="add del mod replId">
          <pc:chgData name="Harish INDIA" userId="c9e5f4954fc3552c" providerId="Windows Live" clId="Web-{36107657-2711-0C07-42CF-85E569285F6B}" dt="2024-08-31T13:13:55.060" v="277"/>
          <pc:sldLayoutMkLst>
            <pc:docMk/>
            <pc:sldMasterMk cId="3161096967" sldId="2147483738"/>
            <pc:sldLayoutMk cId="2735309907" sldId="2147483741"/>
          </pc:sldLayoutMkLst>
        </pc:sldLayoutChg>
        <pc:sldLayoutChg chg="add del mod replId">
          <pc:chgData name="Harish INDIA" userId="c9e5f4954fc3552c" providerId="Windows Live" clId="Web-{36107657-2711-0C07-42CF-85E569285F6B}" dt="2024-08-31T13:13:55.060" v="277"/>
          <pc:sldLayoutMkLst>
            <pc:docMk/>
            <pc:sldMasterMk cId="3161096967" sldId="2147483738"/>
            <pc:sldLayoutMk cId="2897748470" sldId="2147483742"/>
          </pc:sldLayoutMkLst>
        </pc:sldLayoutChg>
        <pc:sldLayoutChg chg="add del mod replId">
          <pc:chgData name="Harish INDIA" userId="c9e5f4954fc3552c" providerId="Windows Live" clId="Web-{36107657-2711-0C07-42CF-85E569285F6B}" dt="2024-08-31T13:13:55.060" v="277"/>
          <pc:sldLayoutMkLst>
            <pc:docMk/>
            <pc:sldMasterMk cId="3161096967" sldId="2147483738"/>
            <pc:sldLayoutMk cId="3412170125" sldId="2147483743"/>
          </pc:sldLayoutMkLst>
        </pc:sldLayoutChg>
        <pc:sldLayoutChg chg="add del mod replId">
          <pc:chgData name="Harish INDIA" userId="c9e5f4954fc3552c" providerId="Windows Live" clId="Web-{36107657-2711-0C07-42CF-85E569285F6B}" dt="2024-08-31T13:13:55.060" v="277"/>
          <pc:sldLayoutMkLst>
            <pc:docMk/>
            <pc:sldMasterMk cId="3161096967" sldId="2147483738"/>
            <pc:sldLayoutMk cId="361526571" sldId="2147483744"/>
          </pc:sldLayoutMkLst>
        </pc:sldLayoutChg>
        <pc:sldLayoutChg chg="add del mod replId">
          <pc:chgData name="Harish INDIA" userId="c9e5f4954fc3552c" providerId="Windows Live" clId="Web-{36107657-2711-0C07-42CF-85E569285F6B}" dt="2024-08-31T13:13:55.060" v="277"/>
          <pc:sldLayoutMkLst>
            <pc:docMk/>
            <pc:sldMasterMk cId="3161096967" sldId="2147483738"/>
            <pc:sldLayoutMk cId="2373949511" sldId="2147483745"/>
          </pc:sldLayoutMkLst>
        </pc:sldLayoutChg>
        <pc:sldLayoutChg chg="add del mod replId">
          <pc:chgData name="Harish INDIA" userId="c9e5f4954fc3552c" providerId="Windows Live" clId="Web-{36107657-2711-0C07-42CF-85E569285F6B}" dt="2024-08-31T13:13:55.060" v="277"/>
          <pc:sldLayoutMkLst>
            <pc:docMk/>
            <pc:sldMasterMk cId="3161096967" sldId="2147483738"/>
            <pc:sldLayoutMk cId="347697990" sldId="2147483746"/>
          </pc:sldLayoutMkLst>
        </pc:sldLayoutChg>
        <pc:sldLayoutChg chg="add del mod replId">
          <pc:chgData name="Harish INDIA" userId="c9e5f4954fc3552c" providerId="Windows Live" clId="Web-{36107657-2711-0C07-42CF-85E569285F6B}" dt="2024-08-31T13:13:55.060" v="277"/>
          <pc:sldLayoutMkLst>
            <pc:docMk/>
            <pc:sldMasterMk cId="3161096967" sldId="2147483738"/>
            <pc:sldLayoutMk cId="364913329" sldId="2147483747"/>
          </pc:sldLayoutMkLst>
        </pc:sldLayoutChg>
        <pc:sldLayoutChg chg="add del mod replId">
          <pc:chgData name="Harish INDIA" userId="c9e5f4954fc3552c" providerId="Windows Live" clId="Web-{36107657-2711-0C07-42CF-85E569285F6B}" dt="2024-08-31T13:13:55.060" v="277"/>
          <pc:sldLayoutMkLst>
            <pc:docMk/>
            <pc:sldMasterMk cId="3161096967" sldId="2147483738"/>
            <pc:sldLayoutMk cId="3589157607" sldId="2147483748"/>
          </pc:sldLayoutMkLst>
        </pc:sldLayoutChg>
        <pc:sldLayoutChg chg="add del mod replId">
          <pc:chgData name="Harish INDIA" userId="c9e5f4954fc3552c" providerId="Windows Live" clId="Web-{36107657-2711-0C07-42CF-85E569285F6B}" dt="2024-08-31T13:13:55.060" v="277"/>
          <pc:sldLayoutMkLst>
            <pc:docMk/>
            <pc:sldMasterMk cId="3161096967" sldId="2147483738"/>
            <pc:sldLayoutMk cId="3053314256" sldId="2147483749"/>
          </pc:sldLayoutMkLst>
        </pc:sldLayoutChg>
        <pc:sldLayoutChg chg="add del mod replId">
          <pc:chgData name="Harish INDIA" userId="c9e5f4954fc3552c" providerId="Windows Live" clId="Web-{36107657-2711-0C07-42CF-85E569285F6B}" dt="2024-08-31T13:13:55.060" v="277"/>
          <pc:sldLayoutMkLst>
            <pc:docMk/>
            <pc:sldMasterMk cId="3161096967" sldId="2147483738"/>
            <pc:sldLayoutMk cId="35904596" sldId="2147483750"/>
          </pc:sldLayoutMkLst>
        </pc:sldLayoutChg>
        <pc:sldLayoutChg chg="add del mod replId">
          <pc:chgData name="Harish INDIA" userId="c9e5f4954fc3552c" providerId="Windows Live" clId="Web-{36107657-2711-0C07-42CF-85E569285F6B}" dt="2024-08-31T13:13:55.060" v="277"/>
          <pc:sldLayoutMkLst>
            <pc:docMk/>
            <pc:sldMasterMk cId="3161096967" sldId="2147483738"/>
            <pc:sldLayoutMk cId="1044579633" sldId="2147483751"/>
          </pc:sldLayoutMkLst>
        </pc:sldLayoutChg>
        <pc:sldLayoutChg chg="add del mod replId">
          <pc:chgData name="Harish INDIA" userId="c9e5f4954fc3552c" providerId="Windows Live" clId="Web-{36107657-2711-0C07-42CF-85E569285F6B}" dt="2024-08-31T13:13:55.060" v="277"/>
          <pc:sldLayoutMkLst>
            <pc:docMk/>
            <pc:sldMasterMk cId="3161096967" sldId="2147483738"/>
            <pc:sldLayoutMk cId="2249869461" sldId="2147483752"/>
          </pc:sldLayoutMkLst>
        </pc:sldLayoutChg>
        <pc:sldLayoutChg chg="add del mod replId">
          <pc:chgData name="Harish INDIA" userId="c9e5f4954fc3552c" providerId="Windows Live" clId="Web-{36107657-2711-0C07-42CF-85E569285F6B}" dt="2024-08-31T13:13:55.060" v="277"/>
          <pc:sldLayoutMkLst>
            <pc:docMk/>
            <pc:sldMasterMk cId="3161096967" sldId="2147483738"/>
            <pc:sldLayoutMk cId="2353995441" sldId="2147483753"/>
          </pc:sldLayoutMkLst>
        </pc:sldLayoutChg>
        <pc:sldLayoutChg chg="add del mod replId">
          <pc:chgData name="Harish INDIA" userId="c9e5f4954fc3552c" providerId="Windows Live" clId="Web-{36107657-2711-0C07-42CF-85E569285F6B}" dt="2024-08-31T13:13:55.060" v="277"/>
          <pc:sldLayoutMkLst>
            <pc:docMk/>
            <pc:sldMasterMk cId="3161096967" sldId="2147483738"/>
            <pc:sldLayoutMk cId="2868030095" sldId="2147483754"/>
          </pc:sldLayoutMkLst>
        </pc:sldLayoutChg>
      </pc:sldMasterChg>
      <pc:sldMasterChg chg="add del addSldLayout delSldLayout modSldLayout">
        <pc:chgData name="Harish INDIA" userId="c9e5f4954fc3552c" providerId="Windows Live" clId="Web-{36107657-2711-0C07-42CF-85E569285F6B}" dt="2024-08-31T14:48:45.182" v="964"/>
        <pc:sldMasterMkLst>
          <pc:docMk/>
          <pc:sldMasterMk cId="3875483502" sldId="2147483755"/>
        </pc:sldMasterMkLst>
        <pc:sldLayoutChg chg="add del mod replId">
          <pc:chgData name="Harish INDIA" userId="c9e5f4954fc3552c" providerId="Windows Live" clId="Web-{36107657-2711-0C07-42CF-85E569285F6B}" dt="2024-08-31T14:48:45.182" v="964"/>
          <pc:sldLayoutMkLst>
            <pc:docMk/>
            <pc:sldMasterMk cId="3875483502" sldId="2147483755"/>
            <pc:sldLayoutMk cId="242374136" sldId="2147483756"/>
          </pc:sldLayoutMkLst>
        </pc:sldLayoutChg>
        <pc:sldLayoutChg chg="add del mod replId">
          <pc:chgData name="Harish INDIA" userId="c9e5f4954fc3552c" providerId="Windows Live" clId="Web-{36107657-2711-0C07-42CF-85E569285F6B}" dt="2024-08-31T14:48:45.182" v="964"/>
          <pc:sldLayoutMkLst>
            <pc:docMk/>
            <pc:sldMasterMk cId="3875483502" sldId="2147483755"/>
            <pc:sldLayoutMk cId="480378981" sldId="2147483757"/>
          </pc:sldLayoutMkLst>
        </pc:sldLayoutChg>
        <pc:sldLayoutChg chg="add del mod replId">
          <pc:chgData name="Harish INDIA" userId="c9e5f4954fc3552c" providerId="Windows Live" clId="Web-{36107657-2711-0C07-42CF-85E569285F6B}" dt="2024-08-31T14:48:45.182" v="964"/>
          <pc:sldLayoutMkLst>
            <pc:docMk/>
            <pc:sldMasterMk cId="3875483502" sldId="2147483755"/>
            <pc:sldLayoutMk cId="3630801916" sldId="2147483758"/>
          </pc:sldLayoutMkLst>
        </pc:sldLayoutChg>
        <pc:sldLayoutChg chg="add del mod replId">
          <pc:chgData name="Harish INDIA" userId="c9e5f4954fc3552c" providerId="Windows Live" clId="Web-{36107657-2711-0C07-42CF-85E569285F6B}" dt="2024-08-31T14:48:45.182" v="964"/>
          <pc:sldLayoutMkLst>
            <pc:docMk/>
            <pc:sldMasterMk cId="3875483502" sldId="2147483755"/>
            <pc:sldLayoutMk cId="3572220208" sldId="2147483759"/>
          </pc:sldLayoutMkLst>
        </pc:sldLayoutChg>
        <pc:sldLayoutChg chg="add del mod replId">
          <pc:chgData name="Harish INDIA" userId="c9e5f4954fc3552c" providerId="Windows Live" clId="Web-{36107657-2711-0C07-42CF-85E569285F6B}" dt="2024-08-31T14:48:45.182" v="964"/>
          <pc:sldLayoutMkLst>
            <pc:docMk/>
            <pc:sldMasterMk cId="3875483502" sldId="2147483755"/>
            <pc:sldLayoutMk cId="1553492739" sldId="2147483760"/>
          </pc:sldLayoutMkLst>
        </pc:sldLayoutChg>
        <pc:sldLayoutChg chg="add del mod replId">
          <pc:chgData name="Harish INDIA" userId="c9e5f4954fc3552c" providerId="Windows Live" clId="Web-{36107657-2711-0C07-42CF-85E569285F6B}" dt="2024-08-31T14:48:45.182" v="964"/>
          <pc:sldLayoutMkLst>
            <pc:docMk/>
            <pc:sldMasterMk cId="3875483502" sldId="2147483755"/>
            <pc:sldLayoutMk cId="1261022361" sldId="2147483761"/>
          </pc:sldLayoutMkLst>
        </pc:sldLayoutChg>
        <pc:sldLayoutChg chg="add del mod replId">
          <pc:chgData name="Harish INDIA" userId="c9e5f4954fc3552c" providerId="Windows Live" clId="Web-{36107657-2711-0C07-42CF-85E569285F6B}" dt="2024-08-31T14:48:45.182" v="964"/>
          <pc:sldLayoutMkLst>
            <pc:docMk/>
            <pc:sldMasterMk cId="3875483502" sldId="2147483755"/>
            <pc:sldLayoutMk cId="1952875601" sldId="2147483762"/>
          </pc:sldLayoutMkLst>
        </pc:sldLayoutChg>
        <pc:sldLayoutChg chg="add del mod replId">
          <pc:chgData name="Harish INDIA" userId="c9e5f4954fc3552c" providerId="Windows Live" clId="Web-{36107657-2711-0C07-42CF-85E569285F6B}" dt="2024-08-31T14:48:45.182" v="964"/>
          <pc:sldLayoutMkLst>
            <pc:docMk/>
            <pc:sldMasterMk cId="3875483502" sldId="2147483755"/>
            <pc:sldLayoutMk cId="3803305251" sldId="2147483763"/>
          </pc:sldLayoutMkLst>
        </pc:sldLayoutChg>
        <pc:sldLayoutChg chg="add del mod replId">
          <pc:chgData name="Harish INDIA" userId="c9e5f4954fc3552c" providerId="Windows Live" clId="Web-{36107657-2711-0C07-42CF-85E569285F6B}" dt="2024-08-31T14:48:45.182" v="964"/>
          <pc:sldLayoutMkLst>
            <pc:docMk/>
            <pc:sldMasterMk cId="3875483502" sldId="2147483755"/>
            <pc:sldLayoutMk cId="3182213112" sldId="2147483764"/>
          </pc:sldLayoutMkLst>
        </pc:sldLayoutChg>
        <pc:sldLayoutChg chg="add del mod replId">
          <pc:chgData name="Harish INDIA" userId="c9e5f4954fc3552c" providerId="Windows Live" clId="Web-{36107657-2711-0C07-42CF-85E569285F6B}" dt="2024-08-31T14:48:45.182" v="964"/>
          <pc:sldLayoutMkLst>
            <pc:docMk/>
            <pc:sldMasterMk cId="3875483502" sldId="2147483755"/>
            <pc:sldLayoutMk cId="773799742" sldId="2147483765"/>
          </pc:sldLayoutMkLst>
        </pc:sldLayoutChg>
        <pc:sldLayoutChg chg="add del mod replId">
          <pc:chgData name="Harish INDIA" userId="c9e5f4954fc3552c" providerId="Windows Live" clId="Web-{36107657-2711-0C07-42CF-85E569285F6B}" dt="2024-08-31T14:48:45.182" v="964"/>
          <pc:sldLayoutMkLst>
            <pc:docMk/>
            <pc:sldMasterMk cId="3875483502" sldId="2147483755"/>
            <pc:sldLayoutMk cId="3779149989" sldId="2147483766"/>
          </pc:sldLayoutMkLst>
        </pc:sldLayoutChg>
        <pc:sldLayoutChg chg="add del mod replId">
          <pc:chgData name="Harish INDIA" userId="c9e5f4954fc3552c" providerId="Windows Live" clId="Web-{36107657-2711-0C07-42CF-85E569285F6B}" dt="2024-08-31T14:48:45.182" v="964"/>
          <pc:sldLayoutMkLst>
            <pc:docMk/>
            <pc:sldMasterMk cId="3875483502" sldId="2147483755"/>
            <pc:sldLayoutMk cId="832600884" sldId="2147483767"/>
          </pc:sldLayoutMkLst>
        </pc:sldLayoutChg>
        <pc:sldLayoutChg chg="add del mod replId">
          <pc:chgData name="Harish INDIA" userId="c9e5f4954fc3552c" providerId="Windows Live" clId="Web-{36107657-2711-0C07-42CF-85E569285F6B}" dt="2024-08-31T14:48:45.182" v="964"/>
          <pc:sldLayoutMkLst>
            <pc:docMk/>
            <pc:sldMasterMk cId="3875483502" sldId="2147483755"/>
            <pc:sldLayoutMk cId="2880997835" sldId="2147483768"/>
          </pc:sldLayoutMkLst>
        </pc:sldLayoutChg>
        <pc:sldLayoutChg chg="add del mod replId">
          <pc:chgData name="Harish INDIA" userId="c9e5f4954fc3552c" providerId="Windows Live" clId="Web-{36107657-2711-0C07-42CF-85E569285F6B}" dt="2024-08-31T14:48:45.182" v="964"/>
          <pc:sldLayoutMkLst>
            <pc:docMk/>
            <pc:sldMasterMk cId="3875483502" sldId="2147483755"/>
            <pc:sldLayoutMk cId="872051427" sldId="2147483769"/>
          </pc:sldLayoutMkLst>
        </pc:sldLayoutChg>
        <pc:sldLayoutChg chg="add del mod replId">
          <pc:chgData name="Harish INDIA" userId="c9e5f4954fc3552c" providerId="Windows Live" clId="Web-{36107657-2711-0C07-42CF-85E569285F6B}" dt="2024-08-31T14:48:45.182" v="964"/>
          <pc:sldLayoutMkLst>
            <pc:docMk/>
            <pc:sldMasterMk cId="3875483502" sldId="2147483755"/>
            <pc:sldLayoutMk cId="2927353527" sldId="2147483770"/>
          </pc:sldLayoutMkLst>
        </pc:sldLayoutChg>
        <pc:sldLayoutChg chg="add del mod replId">
          <pc:chgData name="Harish INDIA" userId="c9e5f4954fc3552c" providerId="Windows Live" clId="Web-{36107657-2711-0C07-42CF-85E569285F6B}" dt="2024-08-31T14:48:45.182" v="964"/>
          <pc:sldLayoutMkLst>
            <pc:docMk/>
            <pc:sldMasterMk cId="3875483502" sldId="2147483755"/>
            <pc:sldLayoutMk cId="82998535" sldId="2147483771"/>
          </pc:sldLayoutMkLst>
        </pc:sldLayoutChg>
      </pc:sldMasterChg>
      <pc:sldMasterChg chg="add addSldLayout modSldLayout">
        <pc:chgData name="Harish INDIA" userId="c9e5f4954fc3552c" providerId="Windows Live" clId="Web-{36107657-2711-0C07-42CF-85E569285F6B}" dt="2024-08-31T14:48:45.182" v="964"/>
        <pc:sldMasterMkLst>
          <pc:docMk/>
          <pc:sldMasterMk cId="1209574181" sldId="2147483772"/>
        </pc:sldMasterMkLst>
        <pc:sldLayoutChg chg="add mod replId">
          <pc:chgData name="Harish INDIA" userId="c9e5f4954fc3552c" providerId="Windows Live" clId="Web-{36107657-2711-0C07-42CF-85E569285F6B}" dt="2024-08-31T14:48:45.182" v="964"/>
          <pc:sldLayoutMkLst>
            <pc:docMk/>
            <pc:sldMasterMk cId="1209574181" sldId="2147483772"/>
            <pc:sldLayoutMk cId="2240146673" sldId="2147483773"/>
          </pc:sldLayoutMkLst>
        </pc:sldLayoutChg>
        <pc:sldLayoutChg chg="add mod replId">
          <pc:chgData name="Harish INDIA" userId="c9e5f4954fc3552c" providerId="Windows Live" clId="Web-{36107657-2711-0C07-42CF-85E569285F6B}" dt="2024-08-31T14:48:45.182" v="964"/>
          <pc:sldLayoutMkLst>
            <pc:docMk/>
            <pc:sldMasterMk cId="1209574181" sldId="2147483772"/>
            <pc:sldLayoutMk cId="828880369" sldId="2147483774"/>
          </pc:sldLayoutMkLst>
        </pc:sldLayoutChg>
        <pc:sldLayoutChg chg="add mod replId">
          <pc:chgData name="Harish INDIA" userId="c9e5f4954fc3552c" providerId="Windows Live" clId="Web-{36107657-2711-0C07-42CF-85E569285F6B}" dt="2024-08-31T14:48:45.182" v="964"/>
          <pc:sldLayoutMkLst>
            <pc:docMk/>
            <pc:sldMasterMk cId="1209574181" sldId="2147483772"/>
            <pc:sldLayoutMk cId="2130098963" sldId="2147483775"/>
          </pc:sldLayoutMkLst>
        </pc:sldLayoutChg>
        <pc:sldLayoutChg chg="add mod replId">
          <pc:chgData name="Harish INDIA" userId="c9e5f4954fc3552c" providerId="Windows Live" clId="Web-{36107657-2711-0C07-42CF-85E569285F6B}" dt="2024-08-31T14:48:45.182" v="964"/>
          <pc:sldLayoutMkLst>
            <pc:docMk/>
            <pc:sldMasterMk cId="1209574181" sldId="2147483772"/>
            <pc:sldLayoutMk cId="1147026238" sldId="2147483776"/>
          </pc:sldLayoutMkLst>
        </pc:sldLayoutChg>
        <pc:sldLayoutChg chg="add mod replId">
          <pc:chgData name="Harish INDIA" userId="c9e5f4954fc3552c" providerId="Windows Live" clId="Web-{36107657-2711-0C07-42CF-85E569285F6B}" dt="2024-08-31T14:48:45.182" v="964"/>
          <pc:sldLayoutMkLst>
            <pc:docMk/>
            <pc:sldMasterMk cId="1209574181" sldId="2147483772"/>
            <pc:sldLayoutMk cId="559816897" sldId="2147483777"/>
          </pc:sldLayoutMkLst>
        </pc:sldLayoutChg>
        <pc:sldLayoutChg chg="add mod replId">
          <pc:chgData name="Harish INDIA" userId="c9e5f4954fc3552c" providerId="Windows Live" clId="Web-{36107657-2711-0C07-42CF-85E569285F6B}" dt="2024-08-31T14:48:45.182" v="964"/>
          <pc:sldLayoutMkLst>
            <pc:docMk/>
            <pc:sldMasterMk cId="1209574181" sldId="2147483772"/>
            <pc:sldLayoutMk cId="585989317" sldId="2147483778"/>
          </pc:sldLayoutMkLst>
        </pc:sldLayoutChg>
        <pc:sldLayoutChg chg="add mod replId">
          <pc:chgData name="Harish INDIA" userId="c9e5f4954fc3552c" providerId="Windows Live" clId="Web-{36107657-2711-0C07-42CF-85E569285F6B}" dt="2024-08-31T14:48:45.182" v="964"/>
          <pc:sldLayoutMkLst>
            <pc:docMk/>
            <pc:sldMasterMk cId="1209574181" sldId="2147483772"/>
            <pc:sldLayoutMk cId="3354621344" sldId="2147483779"/>
          </pc:sldLayoutMkLst>
        </pc:sldLayoutChg>
        <pc:sldLayoutChg chg="add mod replId">
          <pc:chgData name="Harish INDIA" userId="c9e5f4954fc3552c" providerId="Windows Live" clId="Web-{36107657-2711-0C07-42CF-85E569285F6B}" dt="2024-08-31T14:48:45.182" v="964"/>
          <pc:sldLayoutMkLst>
            <pc:docMk/>
            <pc:sldMasterMk cId="1209574181" sldId="2147483772"/>
            <pc:sldLayoutMk cId="774088879" sldId="2147483780"/>
          </pc:sldLayoutMkLst>
        </pc:sldLayoutChg>
        <pc:sldLayoutChg chg="add mod replId">
          <pc:chgData name="Harish INDIA" userId="c9e5f4954fc3552c" providerId="Windows Live" clId="Web-{36107657-2711-0C07-42CF-85E569285F6B}" dt="2024-08-31T14:48:45.182" v="964"/>
          <pc:sldLayoutMkLst>
            <pc:docMk/>
            <pc:sldMasterMk cId="1209574181" sldId="2147483772"/>
            <pc:sldLayoutMk cId="2108416923" sldId="2147483781"/>
          </pc:sldLayoutMkLst>
        </pc:sldLayoutChg>
        <pc:sldLayoutChg chg="add mod replId">
          <pc:chgData name="Harish INDIA" userId="c9e5f4954fc3552c" providerId="Windows Live" clId="Web-{36107657-2711-0C07-42CF-85E569285F6B}" dt="2024-08-31T14:48:45.182" v="964"/>
          <pc:sldLayoutMkLst>
            <pc:docMk/>
            <pc:sldMasterMk cId="1209574181" sldId="2147483772"/>
            <pc:sldLayoutMk cId="2500794844" sldId="2147483782"/>
          </pc:sldLayoutMkLst>
        </pc:sldLayoutChg>
        <pc:sldLayoutChg chg="add mod replId">
          <pc:chgData name="Harish INDIA" userId="c9e5f4954fc3552c" providerId="Windows Live" clId="Web-{36107657-2711-0C07-42CF-85E569285F6B}" dt="2024-08-31T14:48:45.182" v="964"/>
          <pc:sldLayoutMkLst>
            <pc:docMk/>
            <pc:sldMasterMk cId="1209574181" sldId="2147483772"/>
            <pc:sldLayoutMk cId="247988228" sldId="2147483783"/>
          </pc:sldLayoutMkLst>
        </pc:sldLayoutChg>
        <pc:sldLayoutChg chg="add mod replId">
          <pc:chgData name="Harish INDIA" userId="c9e5f4954fc3552c" providerId="Windows Live" clId="Web-{36107657-2711-0C07-42CF-85E569285F6B}" dt="2024-08-31T14:48:45.182" v="964"/>
          <pc:sldLayoutMkLst>
            <pc:docMk/>
            <pc:sldMasterMk cId="1209574181" sldId="2147483772"/>
            <pc:sldLayoutMk cId="1795148563" sldId="2147483784"/>
          </pc:sldLayoutMkLst>
        </pc:sldLayoutChg>
        <pc:sldLayoutChg chg="add mod replId">
          <pc:chgData name="Harish INDIA" userId="c9e5f4954fc3552c" providerId="Windows Live" clId="Web-{36107657-2711-0C07-42CF-85E569285F6B}" dt="2024-08-31T14:48:45.182" v="964"/>
          <pc:sldLayoutMkLst>
            <pc:docMk/>
            <pc:sldMasterMk cId="1209574181" sldId="2147483772"/>
            <pc:sldLayoutMk cId="1644964239" sldId="2147483785"/>
          </pc:sldLayoutMkLst>
        </pc:sldLayoutChg>
        <pc:sldLayoutChg chg="add mod replId">
          <pc:chgData name="Harish INDIA" userId="c9e5f4954fc3552c" providerId="Windows Live" clId="Web-{36107657-2711-0C07-42CF-85E569285F6B}" dt="2024-08-31T14:48:45.182" v="964"/>
          <pc:sldLayoutMkLst>
            <pc:docMk/>
            <pc:sldMasterMk cId="1209574181" sldId="2147483772"/>
            <pc:sldLayoutMk cId="132693717" sldId="2147483786"/>
          </pc:sldLayoutMkLst>
        </pc:sldLayoutChg>
        <pc:sldLayoutChg chg="add mod replId">
          <pc:chgData name="Harish INDIA" userId="c9e5f4954fc3552c" providerId="Windows Live" clId="Web-{36107657-2711-0C07-42CF-85E569285F6B}" dt="2024-08-31T14:48:45.182" v="964"/>
          <pc:sldLayoutMkLst>
            <pc:docMk/>
            <pc:sldMasterMk cId="1209574181" sldId="2147483772"/>
            <pc:sldLayoutMk cId="1584112319" sldId="2147483787"/>
          </pc:sldLayoutMkLst>
        </pc:sldLayoutChg>
        <pc:sldLayoutChg chg="add mod replId">
          <pc:chgData name="Harish INDIA" userId="c9e5f4954fc3552c" providerId="Windows Live" clId="Web-{36107657-2711-0C07-42CF-85E569285F6B}" dt="2024-08-31T14:48:45.182" v="964"/>
          <pc:sldLayoutMkLst>
            <pc:docMk/>
            <pc:sldMasterMk cId="1209574181" sldId="2147483772"/>
            <pc:sldLayoutMk cId="4003930903" sldId="2147483788"/>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8/31/2024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40146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8/31/2024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28880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30098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B712588-04B1-427B-82EE-E8DB90309F08}" type="datetimeFigureOut">
              <a:rPr lang="en-US" dirty="0"/>
              <a:t>8/31/2024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extLst>
      <p:ext uri="{BB962C8B-B14F-4D97-AF65-F5344CB8AC3E}">
        <p14:creationId xmlns:p14="http://schemas.microsoft.com/office/powerpoint/2010/main" val="1147026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8/31/2024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59816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8/31/2024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85989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8/31/2024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54621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dirty="0"/>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8/31/2024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774088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084169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dirty="0"/>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00794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479882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dirty="0"/>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951485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449642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26937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5C6B4A9-1611-4792-9094-5F34BCA07E0B}" type="datetimeFigureOut">
              <a:rPr lang="en-US" dirty="0"/>
              <a:t>8/31/2024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15841123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dirty="0"/>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8/31/2024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03930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8/31/2024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09574181"/>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 id="2147483786" r:id="rId14"/>
    <p:sldLayoutId id="2147483787" r:id="rId15"/>
    <p:sldLayoutId id="21474837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76537" y="870323"/>
            <a:ext cx="9654164" cy="1192944"/>
          </a:xfrm>
        </p:spPr>
        <p:txBody>
          <a:bodyPr vert="horz" lIns="91440" tIns="45720" rIns="91440" bIns="45720" rtlCol="0" anchor="t">
            <a:normAutofit/>
          </a:bodyPr>
          <a:lstStyle/>
          <a:p>
            <a:pPr algn="ctr"/>
            <a:r>
              <a:rPr lang="en-US" sz="4000" i="1" kern="1200" spc="100" baseline="0" dirty="0">
                <a:solidFill>
                  <a:schemeClr val="tx1">
                    <a:lumMod val="85000"/>
                    <a:lumOff val="15000"/>
                  </a:schemeClr>
                </a:solidFill>
                <a:latin typeface="+mj-lt"/>
                <a:ea typeface="+mj-ea"/>
                <a:cs typeface="+mj-cs"/>
              </a:rPr>
              <a:t>Employee Data Analysis Using Excel</a:t>
            </a:r>
            <a:endParaRPr lang="en-US" sz="4000">
              <a:solidFill>
                <a:schemeClr val="tx1">
                  <a:lumMod val="85000"/>
                  <a:lumOff val="15000"/>
                </a:schemeClr>
              </a:solidFill>
            </a:endParaRPr>
          </a:p>
        </p:txBody>
      </p:sp>
      <p:sp>
        <p:nvSpPr>
          <p:cNvPr id="3" name="Subtitle 2"/>
          <p:cNvSpPr>
            <a:spLocks noGrp="1"/>
          </p:cNvSpPr>
          <p:nvPr>
            <p:ph type="subTitle" idx="1"/>
          </p:nvPr>
        </p:nvSpPr>
        <p:spPr>
          <a:xfrm>
            <a:off x="1724916" y="2868775"/>
            <a:ext cx="8123575" cy="2860717"/>
          </a:xfrm>
        </p:spPr>
        <p:txBody>
          <a:bodyPr vert="horz" lIns="91440" tIns="45720" rIns="91440" bIns="45720" rtlCol="0">
            <a:normAutofit/>
          </a:bodyPr>
          <a:lstStyle/>
          <a:p>
            <a:pPr marL="182880" algn="l">
              <a:lnSpc>
                <a:spcPct val="110000"/>
              </a:lnSpc>
            </a:pPr>
            <a:r>
              <a:rPr lang="en-US" sz="2000" b="1" dirty="0">
                <a:solidFill>
                  <a:schemeClr val="accent1">
                    <a:lumMod val="49000"/>
                  </a:schemeClr>
                </a:solidFill>
              </a:rPr>
              <a:t>STUDENT NAME:     GOPIKA. V</a:t>
            </a:r>
          </a:p>
          <a:p>
            <a:pPr marL="182880" algn="l">
              <a:lnSpc>
                <a:spcPct val="110000"/>
              </a:lnSpc>
            </a:pPr>
            <a:r>
              <a:rPr lang="en-US" sz="2000" b="1" dirty="0">
                <a:solidFill>
                  <a:schemeClr val="accent1">
                    <a:lumMod val="49000"/>
                  </a:schemeClr>
                </a:solidFill>
              </a:rPr>
              <a:t>REGISTER NO   :     </a:t>
            </a:r>
            <a:r>
              <a:rPr lang="en-US" sz="2000" b="1" dirty="0" smtClean="0">
                <a:solidFill>
                  <a:schemeClr val="accent1">
                    <a:lumMod val="49000"/>
                  </a:schemeClr>
                </a:solidFill>
              </a:rPr>
              <a:t>312215823, 99AC40E43C6FC9F8CE947B40F2BAE37B</a:t>
            </a:r>
            <a:endParaRPr lang="en-US" sz="2000" b="1" dirty="0">
              <a:solidFill>
                <a:schemeClr val="accent1">
                  <a:lumMod val="49000"/>
                </a:schemeClr>
              </a:solidFill>
            </a:endParaRPr>
          </a:p>
          <a:p>
            <a:pPr marL="182880" algn="l">
              <a:lnSpc>
                <a:spcPct val="110000"/>
              </a:lnSpc>
            </a:pPr>
            <a:r>
              <a:rPr lang="en-US" sz="2000" b="1" dirty="0">
                <a:solidFill>
                  <a:schemeClr val="accent1">
                    <a:lumMod val="49000"/>
                  </a:schemeClr>
                </a:solidFill>
              </a:rPr>
              <a:t>DEPARTMENT   :     B.COM AF </a:t>
            </a:r>
            <a:r>
              <a:rPr lang="en-US" sz="2000" b="1" dirty="0" smtClean="0">
                <a:solidFill>
                  <a:schemeClr val="accent1">
                    <a:lumMod val="49000"/>
                  </a:schemeClr>
                </a:solidFill>
              </a:rPr>
              <a:t>3B </a:t>
            </a:r>
            <a:endParaRPr lang="en-US" sz="2000" b="1" dirty="0">
              <a:solidFill>
                <a:schemeClr val="accent1">
                  <a:lumMod val="49000"/>
                </a:schemeClr>
              </a:solidFill>
            </a:endParaRPr>
          </a:p>
          <a:p>
            <a:pPr marL="182880" algn="l">
              <a:lnSpc>
                <a:spcPct val="110000"/>
              </a:lnSpc>
            </a:pPr>
            <a:r>
              <a:rPr lang="en-US" sz="2000" b="1" dirty="0">
                <a:solidFill>
                  <a:schemeClr val="accent1">
                    <a:lumMod val="49000"/>
                  </a:schemeClr>
                </a:solidFill>
              </a:rPr>
              <a:t>COLLEGE         </a:t>
            </a:r>
            <a:r>
              <a:rPr lang="en-US" sz="2000" b="1">
                <a:solidFill>
                  <a:schemeClr val="accent1">
                    <a:lumMod val="49000"/>
                  </a:schemeClr>
                </a:solidFill>
              </a:rPr>
              <a:t>:      </a:t>
            </a:r>
            <a:r>
              <a:rPr lang="en-US" sz="2000" b="1" smtClean="0">
                <a:solidFill>
                  <a:schemeClr val="accent1">
                    <a:lumMod val="49000"/>
                  </a:schemeClr>
                </a:solidFill>
              </a:rPr>
              <a:t>SHRI SHANKARLAL SUNDARBAI SHASUN </a:t>
            </a:r>
            <a:r>
              <a:rPr lang="en-US" sz="2000" b="1" dirty="0">
                <a:solidFill>
                  <a:schemeClr val="accent1">
                    <a:lumMod val="49000"/>
                  </a:schemeClr>
                </a:solidFill>
              </a:rPr>
              <a:t>JAIN COLLEGE </a:t>
            </a:r>
            <a:r>
              <a:rPr lang="en-US" sz="2000" b="1">
                <a:solidFill>
                  <a:schemeClr val="accent1">
                    <a:lumMod val="49000"/>
                  </a:schemeClr>
                </a:solidFill>
              </a:rPr>
              <a:t>FOR </a:t>
            </a:r>
            <a:r>
              <a:rPr lang="en-US" sz="2000" b="1" smtClean="0">
                <a:solidFill>
                  <a:schemeClr val="accent1">
                    <a:lumMod val="49000"/>
                  </a:schemeClr>
                </a:solidFill>
              </a:rPr>
              <a:t>WOMEN.</a:t>
            </a:r>
            <a:endParaRPr lang="en-US" sz="2000" b="1" dirty="0">
              <a:solidFill>
                <a:schemeClr val="accent1">
                  <a:lumMod val="49000"/>
                </a:schemeClr>
              </a:solidFill>
            </a:endParaRPr>
          </a:p>
        </p:txBody>
      </p:sp>
    </p:spTree>
    <p:extLst>
      <p:ext uri="{BB962C8B-B14F-4D97-AF65-F5344CB8AC3E}">
        <p14:creationId xmlns:p14="http://schemas.microsoft.com/office/powerpoint/2010/main" val="109857222"/>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102894-C152-6B37-7BDC-9D8BAFF2FF97}"/>
              </a:ext>
            </a:extLst>
          </p:cNvPr>
          <p:cNvSpPr>
            <a:spLocks noGrp="1"/>
          </p:cNvSpPr>
          <p:nvPr>
            <p:ph type="title"/>
          </p:nvPr>
        </p:nvSpPr>
        <p:spPr/>
        <p:txBody>
          <a:bodyPr/>
          <a:lstStyle/>
          <a:p>
            <a:r>
              <a:rPr lang="en-US" dirty="0">
                <a:solidFill>
                  <a:schemeClr val="accent2">
                    <a:lumMod val="49000"/>
                  </a:schemeClr>
                </a:solidFill>
              </a:rPr>
              <a:t>PROJECT TITLE</a:t>
            </a:r>
            <a:endParaRPr lang="en-US">
              <a:solidFill>
                <a:schemeClr val="accent2">
                  <a:lumMod val="49000"/>
                </a:schemeClr>
              </a:solidFill>
            </a:endParaRPr>
          </a:p>
        </p:txBody>
      </p:sp>
      <p:sp>
        <p:nvSpPr>
          <p:cNvPr id="3" name="Content Placeholder 2">
            <a:extLst>
              <a:ext uri="{FF2B5EF4-FFF2-40B4-BE49-F238E27FC236}">
                <a16:creationId xmlns:a16="http://schemas.microsoft.com/office/drawing/2014/main" xmlns="" id="{0D545C3C-3ADF-42A0-9A81-2DC87F04F688}"/>
              </a:ext>
            </a:extLst>
          </p:cNvPr>
          <p:cNvSpPr>
            <a:spLocks noGrp="1"/>
          </p:cNvSpPr>
          <p:nvPr>
            <p:ph idx="1"/>
          </p:nvPr>
        </p:nvSpPr>
        <p:spPr>
          <a:xfrm>
            <a:off x="821108" y="2908211"/>
            <a:ext cx="9085497" cy="3133151"/>
          </a:xfrm>
        </p:spPr>
        <p:txBody>
          <a:bodyPr vert="horz" lIns="91440" tIns="45720" rIns="91440" bIns="45720" rtlCol="0" anchor="t">
            <a:normAutofit/>
          </a:bodyPr>
          <a:lstStyle/>
          <a:p>
            <a:r>
              <a:rPr lang="en-US" sz="4400" b="1" dirty="0">
                <a:latin typeface="Times New Roman"/>
                <a:cs typeface="Times New Roman"/>
              </a:rPr>
              <a:t> EMPLOYEE PERFORMANCE  ANALYSIS USING EXCEL</a:t>
            </a:r>
            <a:endParaRPr lang="en-US" b="1"/>
          </a:p>
        </p:txBody>
      </p:sp>
    </p:spTree>
    <p:extLst>
      <p:ext uri="{BB962C8B-B14F-4D97-AF65-F5344CB8AC3E}">
        <p14:creationId xmlns:p14="http://schemas.microsoft.com/office/powerpoint/2010/main" val="3843477927"/>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08048F16-841F-46CF-2FB1-06CFC204EC54}"/>
              </a:ext>
            </a:extLst>
          </p:cNvPr>
          <p:cNvSpPr>
            <a:spLocks noGrp="1"/>
          </p:cNvSpPr>
          <p:nvPr>
            <p:ph type="title"/>
          </p:nvPr>
        </p:nvSpPr>
        <p:spPr>
          <a:xfrm>
            <a:off x="677334" y="609600"/>
            <a:ext cx="8596668" cy="760084"/>
          </a:xfrm>
        </p:spPr>
        <p:txBody>
          <a:bodyPr/>
          <a:lstStyle/>
          <a:p>
            <a:r>
              <a:rPr lang="en-US" dirty="0">
                <a:solidFill>
                  <a:schemeClr val="accent2">
                    <a:lumMod val="49000"/>
                  </a:schemeClr>
                </a:solidFill>
              </a:rPr>
              <a:t>AGENDA</a:t>
            </a:r>
            <a:endParaRPr lang="en-US">
              <a:solidFill>
                <a:schemeClr val="accent2">
                  <a:lumMod val="49000"/>
                </a:schemeClr>
              </a:solidFill>
            </a:endParaRPr>
          </a:p>
        </p:txBody>
      </p:sp>
      <p:sp>
        <p:nvSpPr>
          <p:cNvPr id="3" name="Content Placeholder 2">
            <a:extLst>
              <a:ext uri="{FF2B5EF4-FFF2-40B4-BE49-F238E27FC236}">
                <a16:creationId xmlns:a16="http://schemas.microsoft.com/office/drawing/2014/main" xmlns="" id="{2AB49076-DFA3-2C4E-D22B-9A3198B8AAAF}"/>
              </a:ext>
            </a:extLst>
          </p:cNvPr>
          <p:cNvSpPr>
            <a:spLocks noGrp="1"/>
          </p:cNvSpPr>
          <p:nvPr>
            <p:ph idx="1"/>
          </p:nvPr>
        </p:nvSpPr>
        <p:spPr/>
        <p:txBody>
          <a:bodyPr vert="horz" lIns="91440" tIns="45720" rIns="91440" bIns="45720" rtlCol="0" anchor="t">
            <a:normAutofit fontScale="85000" lnSpcReduction="20000"/>
          </a:bodyPr>
          <a:lstStyle/>
          <a:p>
            <a:pPr>
              <a:buAutoNum type="arabicPeriod"/>
            </a:pPr>
            <a:r>
              <a:rPr lang="en-US" sz="3200"/>
              <a:t>Problem Statement</a:t>
            </a:r>
          </a:p>
          <a:p>
            <a:pPr>
              <a:buAutoNum type="arabicPeriod"/>
            </a:pPr>
            <a:r>
              <a:rPr lang="en-US" sz="3200" dirty="0"/>
              <a:t>Project overview</a:t>
            </a:r>
          </a:p>
          <a:p>
            <a:pPr>
              <a:buAutoNum type="arabicPeriod"/>
            </a:pPr>
            <a:r>
              <a:rPr lang="en-US" sz="3200" dirty="0"/>
              <a:t>End users</a:t>
            </a:r>
          </a:p>
          <a:p>
            <a:pPr>
              <a:buAutoNum type="arabicPeriod"/>
            </a:pPr>
            <a:r>
              <a:rPr lang="en-US" sz="3200" dirty="0"/>
              <a:t>Our solution and proposition</a:t>
            </a:r>
          </a:p>
          <a:p>
            <a:pPr>
              <a:buAutoNum type="arabicPeriod"/>
            </a:pPr>
            <a:r>
              <a:rPr lang="en-US" sz="3200" dirty="0"/>
              <a:t>Dataset Description</a:t>
            </a:r>
          </a:p>
          <a:p>
            <a:pPr>
              <a:buAutoNum type="arabicPeriod"/>
            </a:pPr>
            <a:r>
              <a:rPr lang="en-US" sz="3200" dirty="0"/>
              <a:t>Modeling approach</a:t>
            </a:r>
          </a:p>
          <a:p>
            <a:pPr>
              <a:buAutoNum type="arabicPeriod"/>
            </a:pPr>
            <a:r>
              <a:rPr lang="en-US" sz="3200" dirty="0"/>
              <a:t>Results and discussion </a:t>
            </a:r>
          </a:p>
          <a:p>
            <a:pPr>
              <a:buAutoNum type="arabicPeriod"/>
            </a:pPr>
            <a:r>
              <a:rPr lang="en-US" sz="3200" dirty="0"/>
              <a:t>Conclusion </a:t>
            </a:r>
          </a:p>
          <a:p>
            <a:pPr>
              <a:buAutoNum type="arabicPeriod"/>
            </a:pPr>
            <a:endParaRPr lang="en-US" sz="3200" dirty="0"/>
          </a:p>
        </p:txBody>
      </p:sp>
    </p:spTree>
    <p:extLst>
      <p:ext uri="{BB962C8B-B14F-4D97-AF65-F5344CB8AC3E}">
        <p14:creationId xmlns:p14="http://schemas.microsoft.com/office/powerpoint/2010/main" val="2074500705"/>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1D8118-79BD-F5D0-A73C-AEF018ABA816}"/>
              </a:ext>
            </a:extLst>
          </p:cNvPr>
          <p:cNvSpPr>
            <a:spLocks noGrp="1"/>
          </p:cNvSpPr>
          <p:nvPr>
            <p:ph type="title"/>
          </p:nvPr>
        </p:nvSpPr>
        <p:spPr>
          <a:xfrm>
            <a:off x="677334" y="609600"/>
            <a:ext cx="8596668" cy="903857"/>
          </a:xfrm>
        </p:spPr>
        <p:txBody>
          <a:bodyPr/>
          <a:lstStyle/>
          <a:p>
            <a:r>
              <a:rPr lang="en-US" dirty="0">
                <a:solidFill>
                  <a:schemeClr val="accent2">
                    <a:lumMod val="49000"/>
                  </a:schemeClr>
                </a:solidFill>
              </a:rPr>
              <a:t>Problem statement</a:t>
            </a:r>
          </a:p>
        </p:txBody>
      </p:sp>
      <p:sp>
        <p:nvSpPr>
          <p:cNvPr id="3" name="Content Placeholder 2">
            <a:extLst>
              <a:ext uri="{FF2B5EF4-FFF2-40B4-BE49-F238E27FC236}">
                <a16:creationId xmlns:a16="http://schemas.microsoft.com/office/drawing/2014/main" xmlns="" id="{B76450E5-65E8-55BD-0F40-8968EA33B8BA}"/>
              </a:ext>
            </a:extLst>
          </p:cNvPr>
          <p:cNvSpPr>
            <a:spLocks noGrp="1"/>
          </p:cNvSpPr>
          <p:nvPr>
            <p:ph idx="1"/>
          </p:nvPr>
        </p:nvSpPr>
        <p:spPr/>
        <p:txBody>
          <a:bodyPr vert="horz" lIns="91440" tIns="45720" rIns="91440" bIns="45720" rtlCol="0" anchor="t">
            <a:normAutofit/>
          </a:bodyPr>
          <a:lstStyle/>
          <a:p>
            <a:pPr>
              <a:buFont typeface="Wingdings" charset="2"/>
              <a:buChar char="Ø"/>
            </a:pPr>
            <a:r>
              <a:rPr lang="en-US" sz="2000" dirty="0"/>
              <a:t>A well-defined PROBLEM STATEMENT is one of the key element of the rigorously designed research project.</a:t>
            </a:r>
          </a:p>
          <a:p>
            <a:pPr>
              <a:buFont typeface="Wingdings" charset="2"/>
              <a:buChar char="Ø"/>
            </a:pPr>
            <a:r>
              <a:rPr lang="en-US" sz="2000" dirty="0"/>
              <a:t>It is based on your literature review and informs your study design a manner creation of a proposed solution through the data analysis.</a:t>
            </a:r>
          </a:p>
          <a:p>
            <a:pPr>
              <a:buFont typeface="Wingdings" charset="2"/>
              <a:buChar char="Ø"/>
            </a:pPr>
            <a:r>
              <a:rPr lang="en-US" sz="2000" dirty="0"/>
              <a:t>An effective problem statement includes evidence to support any unbiased claims.</a:t>
            </a:r>
          </a:p>
          <a:p>
            <a:pPr>
              <a:buFont typeface="Wingdings" charset="2"/>
              <a:buChar char="Ø"/>
            </a:pPr>
            <a:r>
              <a:rPr lang="en-US" sz="2000" dirty="0"/>
              <a:t>It demonstrate the scope of the problems such as the loss it's causing, a decrease in activity , staff attribution or other specific and measurable problems it is causing.</a:t>
            </a:r>
          </a:p>
        </p:txBody>
      </p:sp>
    </p:spTree>
    <p:extLst>
      <p:ext uri="{BB962C8B-B14F-4D97-AF65-F5344CB8AC3E}">
        <p14:creationId xmlns:p14="http://schemas.microsoft.com/office/powerpoint/2010/main" val="369156695"/>
      </p:ext>
    </p:extLst>
  </p:cSld>
  <p:clrMapOvr>
    <a:masterClrMapping/>
  </p:clrMapOvr>
  <p:transition spd="slow">
    <p:randomBar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003AD9-F9D8-9847-B3E0-3740C3220FB6}"/>
              </a:ext>
            </a:extLst>
          </p:cNvPr>
          <p:cNvSpPr>
            <a:spLocks noGrp="1"/>
          </p:cNvSpPr>
          <p:nvPr>
            <p:ph type="title"/>
          </p:nvPr>
        </p:nvSpPr>
        <p:spPr/>
        <p:txBody>
          <a:bodyPr/>
          <a:lstStyle/>
          <a:p>
            <a:r>
              <a:rPr lang="en-US" dirty="0">
                <a:solidFill>
                  <a:schemeClr val="accent2">
                    <a:lumMod val="49000"/>
                  </a:schemeClr>
                </a:solidFill>
              </a:rPr>
              <a:t>PROJECT OVERVIEW</a:t>
            </a:r>
            <a:endParaRPr lang="en-US">
              <a:solidFill>
                <a:schemeClr val="accent2">
                  <a:lumMod val="49000"/>
                </a:schemeClr>
              </a:solidFill>
            </a:endParaRPr>
          </a:p>
        </p:txBody>
      </p:sp>
      <p:sp>
        <p:nvSpPr>
          <p:cNvPr id="3" name="Content Placeholder 2">
            <a:extLst>
              <a:ext uri="{FF2B5EF4-FFF2-40B4-BE49-F238E27FC236}">
                <a16:creationId xmlns:a16="http://schemas.microsoft.com/office/drawing/2014/main" xmlns="" id="{F06F2F0A-5CD7-9475-E9E0-B1DDB6AF8A7C}"/>
              </a:ext>
            </a:extLst>
          </p:cNvPr>
          <p:cNvSpPr>
            <a:spLocks noGrp="1"/>
          </p:cNvSpPr>
          <p:nvPr>
            <p:ph idx="1"/>
          </p:nvPr>
        </p:nvSpPr>
        <p:spPr/>
        <p:txBody>
          <a:bodyPr vert="horz" lIns="91440" tIns="45720" rIns="91440" bIns="45720" rtlCol="0" anchor="t">
            <a:normAutofit/>
          </a:bodyPr>
          <a:lstStyle/>
          <a:p>
            <a:r>
              <a:rPr lang="en-US" sz="2400" dirty="0"/>
              <a:t>Provide context for the analysis.</a:t>
            </a:r>
          </a:p>
          <a:p>
            <a:r>
              <a:rPr lang="en-US" sz="2400" dirty="0"/>
              <a:t>Outline of the employees data.</a:t>
            </a:r>
          </a:p>
          <a:p>
            <a:r>
              <a:rPr lang="en-US" sz="2400" dirty="0"/>
              <a:t>Graphical representation of the performance level.</a:t>
            </a:r>
          </a:p>
          <a:p>
            <a:r>
              <a:rPr lang="en-US" sz="2400" dirty="0"/>
              <a:t>Exit dates have been filter.</a:t>
            </a:r>
          </a:p>
          <a:p>
            <a:r>
              <a:rPr lang="en-US" sz="2400" dirty="0"/>
              <a:t>Ratings shown in the form of pivot table.</a:t>
            </a:r>
          </a:p>
        </p:txBody>
      </p:sp>
      <p:pic>
        <p:nvPicPr>
          <p:cNvPr id="4" name="Graphic 3" descr="Classroom with solid fill">
            <a:extLst>
              <a:ext uri="{FF2B5EF4-FFF2-40B4-BE49-F238E27FC236}">
                <a16:creationId xmlns:a16="http://schemas.microsoft.com/office/drawing/2014/main" xmlns="" id="{E1F26FBB-BA21-DA66-A762-20120193910E}"/>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6906936" y="4254314"/>
            <a:ext cx="2367844" cy="2424287"/>
          </a:xfrm>
          <a:prstGeom prst="rect">
            <a:avLst/>
          </a:prstGeom>
        </p:spPr>
      </p:pic>
    </p:spTree>
    <p:extLst>
      <p:ext uri="{BB962C8B-B14F-4D97-AF65-F5344CB8AC3E}">
        <p14:creationId xmlns:p14="http://schemas.microsoft.com/office/powerpoint/2010/main" val="22204962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CBF540-46B2-911D-F95F-C6AE1FDA0A61}"/>
              </a:ext>
            </a:extLst>
          </p:cNvPr>
          <p:cNvSpPr>
            <a:spLocks noGrp="1"/>
          </p:cNvSpPr>
          <p:nvPr>
            <p:ph type="title"/>
          </p:nvPr>
        </p:nvSpPr>
        <p:spPr/>
        <p:txBody>
          <a:bodyPr/>
          <a:lstStyle/>
          <a:p>
            <a:r>
              <a:rPr lang="en-US" dirty="0">
                <a:solidFill>
                  <a:schemeClr val="accent2">
                    <a:lumMod val="49000"/>
                  </a:schemeClr>
                </a:solidFill>
              </a:rPr>
              <a:t>WHO ARE THE END USERS</a:t>
            </a:r>
          </a:p>
        </p:txBody>
      </p:sp>
      <p:sp>
        <p:nvSpPr>
          <p:cNvPr id="3" name="Content Placeholder 2">
            <a:extLst>
              <a:ext uri="{FF2B5EF4-FFF2-40B4-BE49-F238E27FC236}">
                <a16:creationId xmlns:a16="http://schemas.microsoft.com/office/drawing/2014/main" xmlns="" id="{2C5127CD-71B3-DDAE-372C-AE00D887B81C}"/>
              </a:ext>
            </a:extLst>
          </p:cNvPr>
          <p:cNvSpPr>
            <a:spLocks noGrp="1"/>
          </p:cNvSpPr>
          <p:nvPr>
            <p:ph idx="1"/>
          </p:nvPr>
        </p:nvSpPr>
        <p:spPr/>
        <p:txBody>
          <a:bodyPr vert="horz" lIns="91440" tIns="45720" rIns="91440" bIns="45720" rtlCol="0" anchor="t">
            <a:normAutofit fontScale="92500" lnSpcReduction="10000"/>
          </a:bodyPr>
          <a:lstStyle/>
          <a:p>
            <a:r>
              <a:rPr lang="en-US" sz="2400" dirty="0"/>
              <a:t>END USERS ARE THE PEOPLE OF THE COMPANY.</a:t>
            </a:r>
          </a:p>
          <a:p>
            <a:r>
              <a:rPr lang="en-US" sz="2400" dirty="0"/>
              <a:t>THE PEOPLE CAN ACCESS THEIR DATA EASILY.</a:t>
            </a:r>
          </a:p>
          <a:p>
            <a:pPr>
              <a:buFont typeface="Wingdings 3"/>
              <a:buChar char=""/>
            </a:pPr>
            <a:r>
              <a:rPr lang="en-US" sz="2400" dirty="0">
                <a:solidFill>
                  <a:srgbClr val="3F3F3F"/>
                </a:solidFill>
              </a:rPr>
              <a:t>IT HAS ALL THE INFORMATION THAT THEY NEED IN DAILY ROUTINE.</a:t>
            </a:r>
            <a:endParaRPr lang="en-US" sz="2400" dirty="0"/>
          </a:p>
          <a:p>
            <a:pPr>
              <a:buFont typeface="Wingdings 3"/>
              <a:buChar char=""/>
            </a:pPr>
            <a:r>
              <a:rPr lang="en-US" sz="2400" dirty="0">
                <a:solidFill>
                  <a:srgbClr val="000000"/>
                </a:solidFill>
              </a:rPr>
              <a:t>THE PURPOSE OF ANALYTICS IS </a:t>
            </a:r>
            <a:r>
              <a:rPr lang="en-US" sz="2400" dirty="0">
                <a:solidFill>
                  <a:srgbClr val="040C28"/>
                </a:solidFill>
              </a:rPr>
              <a:t>TO MAKE INTELLIGENT INSIGHTS FROM THE DATA GENERATED, TO PUT INTO </a:t>
            </a:r>
            <a:r>
              <a:rPr lang="en-US" sz="2400" dirty="0">
                <a:solidFill>
                  <a:srgbClr val="000000"/>
                </a:solidFill>
              </a:rPr>
              <a:t>ACTIONABLE</a:t>
            </a:r>
            <a:r>
              <a:rPr lang="en-US" sz="2400" dirty="0">
                <a:solidFill>
                  <a:srgbClr val="040C28"/>
                </a:solidFill>
              </a:rPr>
              <a:t> USE</a:t>
            </a:r>
            <a:r>
              <a:rPr lang="en-US" sz="2400" dirty="0">
                <a:solidFill>
                  <a:srgbClr val="474747"/>
                </a:solidFill>
                <a:latin typeface="Arial"/>
                <a:cs typeface="Arial"/>
              </a:rPr>
              <a:t>.</a:t>
            </a:r>
            <a:endParaRPr lang="en-US" sz="2400"/>
          </a:p>
          <a:p>
            <a:pPr>
              <a:buFont typeface="Wingdings 3"/>
              <a:buChar char=""/>
            </a:pPr>
            <a:r>
              <a:rPr lang="en-US" sz="2400" dirty="0">
                <a:solidFill>
                  <a:srgbClr val="3F3F3F"/>
                </a:solidFill>
              </a:rPr>
              <a:t>EMPLOYEE’S DATA IS VERY HELPFUL IF IT IS ALREADY EXTRACTED AND FILTERED. </a:t>
            </a:r>
            <a:endParaRPr lang="en-US" sz="2400"/>
          </a:p>
          <a:p>
            <a:pPr marL="0" indent="0">
              <a:buNone/>
            </a:pPr>
            <a:r>
              <a:rPr lang="en-US" dirty="0"/>
              <a:t/>
            </a:r>
            <a:br>
              <a:rPr lang="en-US" dirty="0"/>
            </a:br>
            <a:endParaRPr lang="en-US" dirty="0"/>
          </a:p>
        </p:txBody>
      </p:sp>
      <p:pic>
        <p:nvPicPr>
          <p:cNvPr id="4" name="Graphic 3" descr="Boardroom with solid fill">
            <a:extLst>
              <a:ext uri="{FF2B5EF4-FFF2-40B4-BE49-F238E27FC236}">
                <a16:creationId xmlns:a16="http://schemas.microsoft.com/office/drawing/2014/main" xmlns="" id="{BB200BF9-468E-913F-426D-313D3FF01E4C}"/>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6646281" y="4701875"/>
            <a:ext cx="2184399" cy="2156176"/>
          </a:xfrm>
          <a:prstGeom prst="rect">
            <a:avLst/>
          </a:prstGeom>
        </p:spPr>
      </p:pic>
    </p:spTree>
    <p:extLst>
      <p:ext uri="{BB962C8B-B14F-4D97-AF65-F5344CB8AC3E}">
        <p14:creationId xmlns:p14="http://schemas.microsoft.com/office/powerpoint/2010/main" val="28467733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79EAF3-F6C8-E9F5-EEEC-4CFA04CC20E9}"/>
              </a:ext>
            </a:extLst>
          </p:cNvPr>
          <p:cNvSpPr>
            <a:spLocks noGrp="1"/>
          </p:cNvSpPr>
          <p:nvPr>
            <p:ph type="title"/>
          </p:nvPr>
        </p:nvSpPr>
        <p:spPr/>
        <p:txBody>
          <a:bodyPr>
            <a:normAutofit fontScale="90000"/>
          </a:bodyPr>
          <a:lstStyle/>
          <a:p>
            <a:r>
              <a:rPr lang="en-US" dirty="0">
                <a:solidFill>
                  <a:schemeClr val="accent2">
                    <a:lumMod val="49000"/>
                  </a:schemeClr>
                </a:solidFill>
              </a:rPr>
              <a:t>OUR SOLUTION AND ITS VALUE PROPOSITION</a:t>
            </a:r>
          </a:p>
          <a:p>
            <a:r>
              <a:rPr lang="en-US" dirty="0"/>
              <a:t/>
            </a:r>
            <a:br>
              <a:rPr lang="en-US" dirty="0"/>
            </a:br>
            <a:endParaRPr lang="en-US" dirty="0"/>
          </a:p>
        </p:txBody>
      </p:sp>
      <p:sp>
        <p:nvSpPr>
          <p:cNvPr id="3" name="Content Placeholder 2">
            <a:extLst>
              <a:ext uri="{FF2B5EF4-FFF2-40B4-BE49-F238E27FC236}">
                <a16:creationId xmlns:a16="http://schemas.microsoft.com/office/drawing/2014/main" xmlns="" id="{761D10B1-AEA0-A88D-5135-D2DD86CD5D69}"/>
              </a:ext>
            </a:extLst>
          </p:cNvPr>
          <p:cNvSpPr>
            <a:spLocks noGrp="1"/>
          </p:cNvSpPr>
          <p:nvPr>
            <p:ph idx="1"/>
          </p:nvPr>
        </p:nvSpPr>
        <p:spPr/>
        <p:txBody>
          <a:bodyPr vert="horz" lIns="91440" tIns="45720" rIns="91440" bIns="45720" rtlCol="0" anchor="t">
            <a:normAutofit/>
          </a:bodyPr>
          <a:lstStyle/>
          <a:p>
            <a:r>
              <a:rPr lang="en-US" sz="2400" dirty="0">
                <a:solidFill>
                  <a:srgbClr val="3F3F3F"/>
                </a:solidFill>
              </a:rPr>
              <a:t>CONDITIONAL FORMATTING – MISSING.</a:t>
            </a:r>
            <a:endParaRPr lang="en-US" sz="2400"/>
          </a:p>
          <a:p>
            <a:r>
              <a:rPr lang="en-US" sz="2400" dirty="0">
                <a:solidFill>
                  <a:srgbClr val="3F3F3F"/>
                </a:solidFill>
              </a:rPr>
              <a:t>FILTER – REMOVE AND FILL COLOR IN NULL CELLS.</a:t>
            </a:r>
            <a:endParaRPr lang="en-US" sz="2400"/>
          </a:p>
          <a:p>
            <a:r>
              <a:rPr lang="en-US" sz="2400" dirty="0">
                <a:solidFill>
                  <a:srgbClr val="3F3F3F"/>
                </a:solidFill>
              </a:rPr>
              <a:t>FORMULA – PERFORMANCE LEVEL, CURRENT EMPLOYEE RATING., </a:t>
            </a:r>
            <a:endParaRPr lang="en-US" sz="2400"/>
          </a:p>
          <a:p>
            <a:r>
              <a:rPr lang="en-US" sz="2400" dirty="0">
                <a:solidFill>
                  <a:srgbClr val="3F3F3F"/>
                </a:solidFill>
              </a:rPr>
              <a:t>PIVOT – EMPLOYEE DATA</a:t>
            </a:r>
            <a:endParaRPr lang="en-US" sz="2400"/>
          </a:p>
          <a:p>
            <a:r>
              <a:rPr lang="en-US" sz="2400" dirty="0">
                <a:solidFill>
                  <a:srgbClr val="3F3F3F"/>
                </a:solidFill>
              </a:rPr>
              <a:t>GRAPH – NO. OF EMPLOYEES, EMPLOYEE TYPE.</a:t>
            </a:r>
            <a:endParaRPr lang="en-US" sz="2400"/>
          </a:p>
          <a:p>
            <a:endParaRPr lang="en-US" dirty="0"/>
          </a:p>
        </p:txBody>
      </p:sp>
      <p:pic>
        <p:nvPicPr>
          <p:cNvPr id="4" name="Graphic 3" descr="Lightbulb and gear with solid fill">
            <a:extLst>
              <a:ext uri="{FF2B5EF4-FFF2-40B4-BE49-F238E27FC236}">
                <a16:creationId xmlns:a16="http://schemas.microsoft.com/office/drawing/2014/main" xmlns="" id="{00B2F7E4-69ED-A1EC-B3E0-9BD2113D08DB}"/>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7824158" y="3920706"/>
            <a:ext cx="2424287" cy="2480731"/>
          </a:xfrm>
          <a:prstGeom prst="rect">
            <a:avLst/>
          </a:prstGeom>
        </p:spPr>
      </p:pic>
    </p:spTree>
    <p:extLst>
      <p:ext uri="{BB962C8B-B14F-4D97-AF65-F5344CB8AC3E}">
        <p14:creationId xmlns:p14="http://schemas.microsoft.com/office/powerpoint/2010/main" val="98845051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B58D0160-DB25-894A-D6B7-52AC27B9522A}"/>
              </a:ext>
            </a:extLst>
          </p:cNvPr>
          <p:cNvSpPr txBox="1"/>
          <p:nvPr/>
        </p:nvSpPr>
        <p:spPr>
          <a:xfrm>
            <a:off x="1187570" y="511834"/>
            <a:ext cx="491418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dirty="0">
                <a:solidFill>
                  <a:schemeClr val="accent2">
                    <a:lumMod val="49000"/>
                  </a:schemeClr>
                </a:solidFill>
              </a:rPr>
              <a:t>Dataset Description</a:t>
            </a:r>
            <a:endParaRPr lang="en-US">
              <a:solidFill>
                <a:schemeClr val="accent2">
                  <a:lumMod val="49000"/>
                </a:schemeClr>
              </a:solidFill>
            </a:endParaRPr>
          </a:p>
        </p:txBody>
      </p:sp>
      <p:sp>
        <p:nvSpPr>
          <p:cNvPr id="7" name="Content Placeholder 6">
            <a:extLst>
              <a:ext uri="{FF2B5EF4-FFF2-40B4-BE49-F238E27FC236}">
                <a16:creationId xmlns:a16="http://schemas.microsoft.com/office/drawing/2014/main" xmlns="" id="{8D9FECA9-1BAC-FA29-D79F-4485E093CEE3}"/>
              </a:ext>
            </a:extLst>
          </p:cNvPr>
          <p:cNvSpPr>
            <a:spLocks noGrp="1"/>
          </p:cNvSpPr>
          <p:nvPr>
            <p:ph sz="half" idx="1"/>
          </p:nvPr>
        </p:nvSpPr>
        <p:spPr>
          <a:xfrm>
            <a:off x="303261" y="2160589"/>
            <a:ext cx="4184035" cy="3880772"/>
          </a:xfrm>
        </p:spPr>
        <p:txBody>
          <a:bodyPr vert="horz" lIns="91440" tIns="45720" rIns="91440" bIns="45720" rtlCol="0" anchor="t">
            <a:normAutofit fontScale="92500" lnSpcReduction="20000"/>
          </a:bodyPr>
          <a:lstStyle/>
          <a:p>
            <a:pPr>
              <a:buFont typeface="Wingdings 3"/>
              <a:buChar char=""/>
            </a:pPr>
            <a:r>
              <a:rPr lang="en-US" sz="2400" dirty="0">
                <a:solidFill>
                  <a:srgbClr val="3F3F3F"/>
                </a:solidFill>
                <a:ea typeface="+mn-lt"/>
                <a:cs typeface="+mn-lt"/>
              </a:rPr>
              <a:t>EMPLOYEE DATA SET- KAGGLE</a:t>
            </a:r>
            <a:endParaRPr lang="en-US" sz="2400"/>
          </a:p>
          <a:p>
            <a:pPr>
              <a:buFont typeface="Wingdings 3"/>
              <a:buChar char=""/>
            </a:pPr>
            <a:r>
              <a:rPr lang="en-US" sz="2400" dirty="0">
                <a:solidFill>
                  <a:srgbClr val="3F3F3F"/>
                </a:solidFill>
                <a:ea typeface="+mn-lt"/>
                <a:cs typeface="+mn-lt"/>
              </a:rPr>
              <a:t>26 FEATURES</a:t>
            </a:r>
            <a:endParaRPr lang="en-US" sz="2400"/>
          </a:p>
          <a:p>
            <a:pPr>
              <a:buFont typeface="Wingdings 3"/>
              <a:buChar char=""/>
            </a:pPr>
            <a:r>
              <a:rPr lang="en-US" sz="2400" dirty="0">
                <a:solidFill>
                  <a:srgbClr val="3F3F3F"/>
                </a:solidFill>
                <a:ea typeface="+mn-lt"/>
                <a:cs typeface="+mn-lt"/>
              </a:rPr>
              <a:t>9 FEATURES</a:t>
            </a:r>
            <a:endParaRPr lang="en-US" sz="2400"/>
          </a:p>
          <a:p>
            <a:pPr>
              <a:buFont typeface="Wingdings 3"/>
              <a:buChar char=""/>
            </a:pPr>
            <a:r>
              <a:rPr lang="en-US" sz="2400" dirty="0">
                <a:solidFill>
                  <a:srgbClr val="3F3F3F"/>
                </a:solidFill>
                <a:ea typeface="+mn-lt"/>
                <a:cs typeface="+mn-lt"/>
              </a:rPr>
              <a:t>EMPLOYEES ID – Number</a:t>
            </a:r>
            <a:endParaRPr lang="en-US" sz="2400"/>
          </a:p>
          <a:p>
            <a:pPr>
              <a:buFont typeface="Wingdings 3"/>
              <a:buChar char=""/>
            </a:pPr>
            <a:r>
              <a:rPr lang="en-US" sz="2400" dirty="0">
                <a:solidFill>
                  <a:srgbClr val="3F3F3F"/>
                </a:solidFill>
                <a:ea typeface="+mn-lt"/>
                <a:cs typeface="+mn-lt"/>
              </a:rPr>
              <a:t>NAME – Text</a:t>
            </a:r>
            <a:endParaRPr lang="en-US" sz="2400"/>
          </a:p>
          <a:p>
            <a:pPr>
              <a:buFont typeface="Wingdings 3"/>
              <a:buChar char=""/>
            </a:pPr>
            <a:r>
              <a:rPr lang="en-US" sz="2400" dirty="0">
                <a:solidFill>
                  <a:srgbClr val="3F3F3F"/>
                </a:solidFill>
                <a:ea typeface="+mn-lt"/>
                <a:cs typeface="+mn-lt"/>
              </a:rPr>
              <a:t>EMPLOYEE TYPE – Part time or Full time</a:t>
            </a:r>
            <a:endParaRPr lang="en-US" sz="2400"/>
          </a:p>
          <a:p>
            <a:pPr>
              <a:buFont typeface="Wingdings 3"/>
              <a:buChar char=""/>
            </a:pPr>
            <a:r>
              <a:rPr lang="en-US" sz="2400" dirty="0">
                <a:solidFill>
                  <a:srgbClr val="3F3F3F"/>
                </a:solidFill>
                <a:ea typeface="+mn-lt"/>
                <a:cs typeface="+mn-lt"/>
              </a:rPr>
              <a:t>Performance level – Ratings</a:t>
            </a:r>
            <a:endParaRPr lang="en-US" sz="2400" dirty="0"/>
          </a:p>
          <a:p>
            <a:pPr>
              <a:buFont typeface="Wingdings 3"/>
              <a:buChar char=""/>
            </a:pPr>
            <a:r>
              <a:rPr lang="en-US" sz="2400" dirty="0">
                <a:solidFill>
                  <a:srgbClr val="3F3F3F"/>
                </a:solidFill>
                <a:ea typeface="+mn-lt"/>
                <a:cs typeface="+mn-lt"/>
              </a:rPr>
              <a:t>Gender – Male or Female</a:t>
            </a:r>
            <a:endParaRPr lang="en-US" sz="2400" dirty="0"/>
          </a:p>
          <a:p>
            <a:pPr marL="0" indent="0">
              <a:buNone/>
            </a:pPr>
            <a:r>
              <a:rPr lang="en-US" dirty="0"/>
              <a:t/>
            </a:r>
            <a:br>
              <a:rPr lang="en-US" dirty="0"/>
            </a:br>
            <a:endParaRPr lang="en-US" sz="2400"/>
          </a:p>
        </p:txBody>
      </p:sp>
      <p:pic>
        <p:nvPicPr>
          <p:cNvPr id="13" name="Graphic 12" descr="List with solid fill">
            <a:extLst>
              <a:ext uri="{FF2B5EF4-FFF2-40B4-BE49-F238E27FC236}">
                <a16:creationId xmlns:a16="http://schemas.microsoft.com/office/drawing/2014/main" xmlns="" id="{F3F43B97-F067-94B4-F103-2A61F799FB60}"/>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7495309" y="2363879"/>
            <a:ext cx="2686242" cy="2686242"/>
          </a:xfrm>
          <a:prstGeom prst="rect">
            <a:avLst/>
          </a:prstGeom>
        </p:spPr>
      </p:pic>
    </p:spTree>
    <p:extLst>
      <p:ext uri="{BB962C8B-B14F-4D97-AF65-F5344CB8AC3E}">
        <p14:creationId xmlns:p14="http://schemas.microsoft.com/office/powerpoint/2010/main" val="260610327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D01569F-32E2-EABE-F5AF-10A871BB098B}"/>
              </a:ext>
            </a:extLst>
          </p:cNvPr>
          <p:cNvSpPr>
            <a:spLocks noGrp="1"/>
          </p:cNvSpPr>
          <p:nvPr>
            <p:ph type="title"/>
          </p:nvPr>
        </p:nvSpPr>
        <p:spPr>
          <a:xfrm>
            <a:off x="677334" y="609600"/>
            <a:ext cx="8596668" cy="5202686"/>
          </a:xfrm>
        </p:spPr>
        <p:txBody>
          <a:bodyPr>
            <a:normAutofit/>
          </a:bodyPr>
          <a:lstStyle/>
          <a:p>
            <a:r>
              <a:rPr lang="en-US" sz="4300" dirty="0">
                <a:solidFill>
                  <a:schemeClr val="accent2">
                    <a:lumMod val="49000"/>
                  </a:schemeClr>
                </a:solidFill>
              </a:rPr>
              <a:t>THE "WOW" IN OUR SOLUTION</a:t>
            </a:r>
            <a:endParaRPr lang="en-US">
              <a:solidFill>
                <a:schemeClr val="accent2">
                  <a:lumMod val="49000"/>
                </a:schemeClr>
              </a:solidFill>
            </a:endParaRPr>
          </a:p>
          <a:p>
            <a:r>
              <a:rPr lang="en-US" dirty="0"/>
              <a:t/>
            </a:r>
            <a:br>
              <a:rPr lang="en-US" dirty="0"/>
            </a:br>
            <a:endParaRPr lang="en-US" dirty="0"/>
          </a:p>
          <a:p>
            <a:pPr marL="285750" indent="-285750">
              <a:buFont typeface="Wingdings"/>
              <a:buChar char="Ø"/>
            </a:pPr>
            <a:r>
              <a:rPr lang="en-US" sz="2400" dirty="0">
                <a:solidFill>
                  <a:srgbClr val="3F3F3F"/>
                </a:solidFill>
              </a:rPr>
              <a:t>The formula for PERFORMANCE RATING as PERFORMANCE LEVEL</a:t>
            </a:r>
            <a:endParaRPr lang="en-US" sz="2400" dirty="0"/>
          </a:p>
          <a:p>
            <a:pPr marL="342900" indent="-342900">
              <a:buFont typeface="Wingdings"/>
              <a:buChar char="Ø"/>
            </a:pPr>
            <a:r>
              <a:rPr lang="en-US" sz="2400" dirty="0">
                <a:solidFill>
                  <a:srgbClr val="3F3F3F"/>
                </a:solidFill>
              </a:rPr>
              <a:t>(=IFS(Z2&gt;=5,”VERY HIGH”,Z2&gt;=4,”HIGH”,Z2&gt;3,”MEDIUM”,TRUE,”LOW”)</a:t>
            </a:r>
            <a:endParaRPr lang="en-US" sz="2400" dirty="0"/>
          </a:p>
          <a:p>
            <a:pPr marL="285750" indent="-285750">
              <a:buFont typeface="Wingdings"/>
              <a:buChar char="Ø"/>
            </a:pPr>
            <a:r>
              <a:rPr lang="en-US" sz="2400" dirty="0">
                <a:solidFill>
                  <a:srgbClr val="3F3F3F"/>
                </a:solidFill>
              </a:rPr>
              <a:t>Conditional formatting and filter the data</a:t>
            </a:r>
            <a:endParaRPr lang="en-US" sz="2400" dirty="0"/>
          </a:p>
          <a:p>
            <a:pPr marL="285750" indent="-285750">
              <a:buFont typeface="Wingdings"/>
              <a:buChar char="Ø"/>
            </a:pPr>
            <a:r>
              <a:rPr lang="en-US" sz="2400" dirty="0">
                <a:solidFill>
                  <a:srgbClr val="3F3F3F"/>
                </a:solidFill>
              </a:rPr>
              <a:t>Graphical representation of the Employees data</a:t>
            </a:r>
            <a:endParaRPr lang="en-US" sz="2400" dirty="0"/>
          </a:p>
          <a:p>
            <a:endParaRPr lang="en-US" sz="2400" dirty="0"/>
          </a:p>
        </p:txBody>
      </p:sp>
    </p:spTree>
    <p:extLst>
      <p:ext uri="{BB962C8B-B14F-4D97-AF65-F5344CB8AC3E}">
        <p14:creationId xmlns:p14="http://schemas.microsoft.com/office/powerpoint/2010/main" val="2213071289"/>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892997-0720-AC25-343A-456A41ABD1B7}"/>
              </a:ext>
            </a:extLst>
          </p:cNvPr>
          <p:cNvSpPr>
            <a:spLocks noGrp="1"/>
          </p:cNvSpPr>
          <p:nvPr>
            <p:ph type="title"/>
          </p:nvPr>
        </p:nvSpPr>
        <p:spPr>
          <a:xfrm>
            <a:off x="677334" y="609600"/>
            <a:ext cx="8596668" cy="745706"/>
          </a:xfrm>
        </p:spPr>
        <p:txBody>
          <a:bodyPr>
            <a:normAutofit fontScale="90000"/>
          </a:bodyPr>
          <a:lstStyle/>
          <a:p>
            <a:r>
              <a:rPr lang="en-US" dirty="0">
                <a:solidFill>
                  <a:schemeClr val="accent2">
                    <a:lumMod val="49000"/>
                  </a:schemeClr>
                </a:solidFill>
              </a:rPr>
              <a:t>Modelling</a:t>
            </a:r>
          </a:p>
          <a:p>
            <a:r>
              <a:rPr lang="en-US" dirty="0"/>
              <a:t/>
            </a:r>
            <a:br>
              <a:rPr lang="en-US" dirty="0"/>
            </a:br>
            <a:endParaRPr lang="en-US" sz="2400"/>
          </a:p>
          <a:p>
            <a:pPr marL="342900" indent="-342900">
              <a:buFont typeface="Wingdings"/>
              <a:buChar char="Ø"/>
            </a:pPr>
            <a:r>
              <a:rPr lang="en-US" sz="2400" dirty="0">
                <a:solidFill>
                  <a:srgbClr val="3F3F3F"/>
                </a:solidFill>
              </a:rPr>
              <a:t>1. DATA COLLECTION</a:t>
            </a:r>
            <a:endParaRPr lang="en-US" sz="2400" dirty="0"/>
          </a:p>
          <a:p>
            <a:pPr marL="342900" indent="-342900">
              <a:buFont typeface="Wingdings"/>
              <a:buChar char="Ø"/>
            </a:pPr>
            <a:r>
              <a:rPr lang="en-US" sz="2400" dirty="0">
                <a:solidFill>
                  <a:srgbClr val="3F3F3F"/>
                </a:solidFill>
              </a:rPr>
              <a:t>The data has been collected from KAGGLE.</a:t>
            </a:r>
            <a:endParaRPr lang="en-US" sz="2400" dirty="0"/>
          </a:p>
          <a:p>
            <a:pPr marL="342900" indent="-342900">
              <a:buFont typeface="Wingdings"/>
              <a:buChar char="Ø"/>
            </a:pPr>
            <a:r>
              <a:rPr lang="en-US" sz="2400" dirty="0">
                <a:solidFill>
                  <a:srgbClr val="3F3F3F"/>
                </a:solidFill>
              </a:rPr>
              <a:t>2. FEATRURE COLLECTION</a:t>
            </a:r>
            <a:endParaRPr lang="en-US" sz="2400" dirty="0"/>
          </a:p>
          <a:p>
            <a:pPr marL="342900" indent="-342900">
              <a:buFont typeface="Wingdings"/>
              <a:buChar char="Ø"/>
            </a:pPr>
            <a:r>
              <a:rPr lang="en-US" sz="2400" dirty="0">
                <a:solidFill>
                  <a:srgbClr val="3F3F3F"/>
                </a:solidFill>
              </a:rPr>
              <a:t>The listed 10 features were taken for the analysis of data.     </a:t>
            </a:r>
            <a:endParaRPr lang="en-US" sz="2400" dirty="0"/>
          </a:p>
          <a:p>
            <a:pPr marL="342900" indent="-342900">
              <a:buFont typeface="Wingdings"/>
              <a:buChar char="Ø"/>
            </a:pPr>
            <a:r>
              <a:rPr lang="en-US" sz="2400" dirty="0">
                <a:solidFill>
                  <a:srgbClr val="3F3F3F"/>
                </a:solidFill>
              </a:rPr>
              <a:t> 3. DATA COLLECTION</a:t>
            </a:r>
            <a:endParaRPr lang="en-US" sz="2400" dirty="0"/>
          </a:p>
          <a:p>
            <a:pPr marL="342900" indent="-342900">
              <a:buFont typeface="Wingdings"/>
              <a:buChar char="Ø"/>
            </a:pPr>
            <a:r>
              <a:rPr lang="en-US" sz="2400" dirty="0">
                <a:solidFill>
                  <a:srgbClr val="3F3F3F"/>
                </a:solidFill>
              </a:rPr>
              <a:t>Identifying the missing values.</a:t>
            </a:r>
            <a:endParaRPr lang="en-US" sz="2400" dirty="0"/>
          </a:p>
          <a:p>
            <a:pPr marL="342900" indent="-342900">
              <a:buFont typeface="Wingdings"/>
              <a:buChar char="Ø"/>
            </a:pPr>
            <a:r>
              <a:rPr lang="en-US" sz="2400" dirty="0">
                <a:solidFill>
                  <a:srgbClr val="3F3F3F"/>
                </a:solidFill>
              </a:rPr>
              <a:t>Filtering of those missing values.</a:t>
            </a:r>
            <a:endParaRPr lang="en-US" sz="2400" dirty="0"/>
          </a:p>
          <a:p>
            <a:pPr marL="342900" indent="-342900">
              <a:buFont typeface="Wingdings"/>
              <a:buChar char="Ø"/>
            </a:pPr>
            <a:r>
              <a:rPr lang="en-US" sz="2400" dirty="0">
                <a:solidFill>
                  <a:srgbClr val="3F3F3F"/>
                </a:solidFill>
              </a:rPr>
              <a:t>4. CALCUATION OF PERFORMACE LEVEL</a:t>
            </a:r>
            <a:endParaRPr lang="en-US" sz="2400" dirty="0"/>
          </a:p>
          <a:p>
            <a:pPr marL="342900" indent="-342900">
              <a:buFont typeface="Wingdings"/>
              <a:buChar char="Ø"/>
            </a:pPr>
            <a:r>
              <a:rPr lang="en-US" sz="2400" dirty="0">
                <a:solidFill>
                  <a:srgbClr val="3F3F3F"/>
                </a:solidFill>
              </a:rPr>
              <a:t>By considering the current employee rating. I found the performance level using the formula.</a:t>
            </a:r>
            <a:endParaRPr lang="en-US" sz="2400" dirty="0"/>
          </a:p>
          <a:p>
            <a:pPr marL="342900" indent="-342900">
              <a:buFont typeface="Wingdings"/>
              <a:buChar char="Ø"/>
            </a:pPr>
            <a:r>
              <a:rPr lang="en-US" sz="2400" dirty="0">
                <a:solidFill>
                  <a:srgbClr val="3F3F3F"/>
                </a:solidFill>
              </a:rPr>
              <a:t>5. SUMMARY OF THE PIVOT TABLE</a:t>
            </a:r>
            <a:endParaRPr lang="en-US" sz="2400"/>
          </a:p>
          <a:p>
            <a:pPr marL="342900" indent="-342900">
              <a:buFont typeface="Wingdings"/>
              <a:buChar char="Ø"/>
            </a:pPr>
            <a:r>
              <a:rPr lang="en-US" sz="2400" dirty="0">
                <a:solidFill>
                  <a:srgbClr val="3F3F3F"/>
                </a:solidFill>
              </a:rPr>
              <a:t>Segregating of certain features of row, columns, heading and so on.</a:t>
            </a:r>
            <a:endParaRPr lang="en-US" sz="2400" dirty="0"/>
          </a:p>
          <a:p>
            <a:r>
              <a:rPr lang="en-US" dirty="0"/>
              <a:t/>
            </a:r>
            <a:br>
              <a:rPr lang="en-US" dirty="0"/>
            </a:br>
            <a:r>
              <a:rPr lang="en-US" dirty="0"/>
              <a:t/>
            </a:r>
            <a:br>
              <a:rPr lang="en-US" dirty="0"/>
            </a:br>
            <a:endParaRPr lang="en-US"/>
          </a:p>
        </p:txBody>
      </p:sp>
    </p:spTree>
    <p:extLst>
      <p:ext uri="{BB962C8B-B14F-4D97-AF65-F5344CB8AC3E}">
        <p14:creationId xmlns:p14="http://schemas.microsoft.com/office/powerpoint/2010/main" val="4169330999"/>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0419ED-F8BF-34A4-D3ED-306A2EF85095}"/>
              </a:ext>
            </a:extLst>
          </p:cNvPr>
          <p:cNvSpPr>
            <a:spLocks noGrp="1"/>
          </p:cNvSpPr>
          <p:nvPr>
            <p:ph type="title"/>
          </p:nvPr>
        </p:nvSpPr>
        <p:spPr/>
        <p:txBody>
          <a:bodyPr/>
          <a:lstStyle/>
          <a:p>
            <a:r>
              <a:rPr lang="en-US" sz="4000" dirty="0">
                <a:solidFill>
                  <a:schemeClr val="accent2">
                    <a:lumMod val="49000"/>
                  </a:schemeClr>
                </a:solidFill>
              </a:rPr>
              <a:t>RESULTS</a:t>
            </a:r>
            <a:endParaRPr lang="en-US" sz="4000">
              <a:solidFill>
                <a:schemeClr val="accent2">
                  <a:lumMod val="49000"/>
                </a:schemeClr>
              </a:solidFill>
              <a:ea typeface="+mj-lt"/>
              <a:cs typeface="+mj-lt"/>
            </a:endParaRPr>
          </a:p>
          <a:p>
            <a:endParaRPr lang="en-US" dirty="0"/>
          </a:p>
          <a:p>
            <a:endParaRPr lang="en-US" dirty="0"/>
          </a:p>
        </p:txBody>
      </p:sp>
      <p:pic>
        <p:nvPicPr>
          <p:cNvPr id="5" name="Content Placeholder 4">
            <a:extLst>
              <a:ext uri="{FF2B5EF4-FFF2-40B4-BE49-F238E27FC236}">
                <a16:creationId xmlns:a16="http://schemas.microsoft.com/office/drawing/2014/main" xmlns="" id="{B9BD3012-0C69-A36E-1A14-D9EBDB3603D1}"/>
              </a:ext>
            </a:extLst>
          </p:cNvPr>
          <p:cNvPicPr>
            <a:picLocks noGrp="1" noChangeAspect="1"/>
          </p:cNvPicPr>
          <p:nvPr>
            <p:ph sz="half" idx="1"/>
          </p:nvPr>
        </p:nvPicPr>
        <p:blipFill>
          <a:blip r:embed="rId2"/>
          <a:stretch>
            <a:fillRect/>
          </a:stretch>
        </p:blipFill>
        <p:spPr>
          <a:xfrm>
            <a:off x="1080778" y="1707683"/>
            <a:ext cx="6743203" cy="4585039"/>
          </a:xfrm>
        </p:spPr>
      </p:pic>
    </p:spTree>
    <p:extLst>
      <p:ext uri="{BB962C8B-B14F-4D97-AF65-F5344CB8AC3E}">
        <p14:creationId xmlns:p14="http://schemas.microsoft.com/office/powerpoint/2010/main" val="3275726764"/>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3A66859-6440-CFD2-5B81-CDAE21996DB7}"/>
              </a:ext>
            </a:extLst>
          </p:cNvPr>
          <p:cNvSpPr>
            <a:spLocks noGrp="1"/>
          </p:cNvSpPr>
          <p:nvPr>
            <p:ph sz="half" idx="1"/>
          </p:nvPr>
        </p:nvSpPr>
        <p:spPr>
          <a:xfrm>
            <a:off x="821107" y="1441721"/>
            <a:ext cx="7807129" cy="5030961"/>
          </a:xfrm>
        </p:spPr>
        <p:txBody>
          <a:bodyPr vert="horz" lIns="91440" tIns="45720" rIns="91440" bIns="45720" rtlCol="0" anchor="t">
            <a:normAutofit/>
          </a:bodyPr>
          <a:lstStyle/>
          <a:p>
            <a:pPr marL="0" indent="0">
              <a:buNone/>
            </a:pPr>
            <a:r>
              <a:rPr lang="en-US" dirty="0"/>
              <a:t/>
            </a:r>
            <a:br>
              <a:rPr lang="en-US" dirty="0"/>
            </a:br>
            <a:endParaRPr lang="en-US" dirty="0"/>
          </a:p>
          <a:p>
            <a:r>
              <a:rPr lang="en-US" sz="2400" dirty="0">
                <a:solidFill>
                  <a:srgbClr val="3F3F3F"/>
                </a:solidFill>
              </a:rPr>
              <a:t>Hence, the data performance analysis is very useful for the employees.</a:t>
            </a:r>
          </a:p>
          <a:p>
            <a:r>
              <a:rPr lang="en-US" sz="2400" dirty="0">
                <a:solidFill>
                  <a:srgbClr val="3F3F3F"/>
                </a:solidFill>
              </a:rPr>
              <a:t>It is used to get the information easily.</a:t>
            </a:r>
          </a:p>
          <a:p>
            <a:r>
              <a:rPr lang="en-US" sz="2400" dirty="0">
                <a:solidFill>
                  <a:srgbClr val="3F3F3F"/>
                </a:solidFill>
              </a:rPr>
              <a:t>It is easy to access.</a:t>
            </a:r>
          </a:p>
          <a:p>
            <a:r>
              <a:rPr lang="en-US" sz="2400" dirty="0">
                <a:solidFill>
                  <a:srgbClr val="3F3F3F"/>
                </a:solidFill>
              </a:rPr>
              <a:t>It is easy to understand.</a:t>
            </a:r>
          </a:p>
          <a:p>
            <a:r>
              <a:rPr lang="en-US" sz="2400" dirty="0">
                <a:solidFill>
                  <a:srgbClr val="3F3F3F"/>
                </a:solidFill>
              </a:rPr>
              <a:t>Helpful for the management to know about the employees immediately.</a:t>
            </a:r>
            <a:r>
              <a:rPr lang="en-US" sz="2400" dirty="0"/>
              <a:t/>
            </a:r>
            <a:br>
              <a:rPr lang="en-US" sz="2400" dirty="0"/>
            </a:br>
            <a:r>
              <a:rPr lang="en-US" sz="2400" dirty="0"/>
              <a:t/>
            </a:r>
            <a:br>
              <a:rPr lang="en-US" sz="2400" dirty="0"/>
            </a:br>
            <a:endParaRPr lang="en-US" dirty="0"/>
          </a:p>
        </p:txBody>
      </p:sp>
      <p:sp>
        <p:nvSpPr>
          <p:cNvPr id="5" name="TextBox 4">
            <a:extLst>
              <a:ext uri="{FF2B5EF4-FFF2-40B4-BE49-F238E27FC236}">
                <a16:creationId xmlns:a16="http://schemas.microsoft.com/office/drawing/2014/main" xmlns="" id="{0F5D0336-BD59-58B7-6E2C-8B0D6A536BC7}"/>
              </a:ext>
            </a:extLst>
          </p:cNvPr>
          <p:cNvSpPr txBox="1"/>
          <p:nvPr/>
        </p:nvSpPr>
        <p:spPr>
          <a:xfrm>
            <a:off x="813758" y="296174"/>
            <a:ext cx="406591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dirty="0">
                <a:solidFill>
                  <a:schemeClr val="accent2">
                    <a:lumMod val="49000"/>
                  </a:schemeClr>
                </a:solidFill>
                <a:latin typeface="Times New Roman"/>
                <a:cs typeface="Times New Roman"/>
              </a:rPr>
              <a:t>CONCLUSION</a:t>
            </a:r>
            <a:endParaRPr lang="en-US">
              <a:solidFill>
                <a:schemeClr val="accent2">
                  <a:lumMod val="49000"/>
                </a:schemeClr>
              </a:solidFill>
            </a:endParaRPr>
          </a:p>
        </p:txBody>
      </p:sp>
    </p:spTree>
    <p:extLst>
      <p:ext uri="{BB962C8B-B14F-4D97-AF65-F5344CB8AC3E}">
        <p14:creationId xmlns:p14="http://schemas.microsoft.com/office/powerpoint/2010/main" val="2915436868"/>
      </p:ext>
    </p:extLst>
  </p:cSld>
  <p:clrMapOvr>
    <a:masterClrMapping/>
  </p:clrMapOvr>
  <p:transition spd="slow">
    <p:fade/>
  </p:transition>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office theme</Template>
  <TotalTime>3</TotalTime>
  <Words>275</Words>
  <Application>Microsoft Office PowerPoint</Application>
  <PresentationFormat>Custom</PresentationFormat>
  <Paragraphs>79</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Facet</vt:lpstr>
      <vt:lpstr>Employee Data Analysis Using Excel</vt:lpstr>
      <vt:lpstr>PROJECT TITLE</vt:lpstr>
      <vt:lpstr>AGENDA</vt:lpstr>
      <vt:lpstr>Problem statement</vt:lpstr>
      <vt:lpstr>PROJECT OVERVIEW</vt:lpstr>
      <vt:lpstr>WHO ARE THE END USERS</vt:lpstr>
      <vt:lpstr>OUR SOLUTION AND ITS VALUE PROPOSITION  </vt:lpstr>
      <vt:lpstr>PowerPoint Presentation</vt:lpstr>
      <vt:lpstr>THE "WOW" IN OUR SOLUTION   The formula for PERFORMANCE RATING as PERFORMANCE LEVEL (=IFS(Z2&gt;=5,”VERY HIGH”,Z2&gt;=4,”HIGH”,Z2&gt;3,”MEDIUM”,TRUE,”LOW”) Conditional formatting and filter the data Graphical representation of the Employees data </vt:lpstr>
      <vt:lpstr>Modelling   1. DATA COLLECTION The data has been collected from KAGGLE. 2. FEATRURE COLLECTION The listed 10 features were taken for the analysis of data.       3. DATA COLLECTION Identifying the missing values. Filtering of those missing values. 4. CALCUATION OF PERFORMACE LEVEL By considering the current employee rating. I found the performance level using the formula. 5. SUMMARY OF THE PIVOT TABLE Segregating of certain features of row, columns, heading and so on.   </vt:lpstr>
      <vt:lpstr>RESULTS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Harish INDIA</dc:creator>
  <cp:lastModifiedBy>Admin</cp:lastModifiedBy>
  <cp:revision>489</cp:revision>
  <dcterms:created xsi:type="dcterms:W3CDTF">2024-08-31T12:50:05Z</dcterms:created>
  <dcterms:modified xsi:type="dcterms:W3CDTF">2024-08-31T16:06:29Z</dcterms:modified>
</cp:coreProperties>
</file>